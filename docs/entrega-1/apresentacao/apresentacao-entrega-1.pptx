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pessoal.
A gente é o grupo do Code Burguer's.
É um sistema de lanchonete online, feito em Java, com Servlet e JDBC.
[PAUSA]
Só que não fomos nós que escrevemos esse sistema.
Ele veio pronto, de um projeto antigo.
O nosso trabalho foi outro: testar ele.
E achar o que está quebrado.
[PAUSA]
A gente dividiu em cinco áreas, uma pra cada um.
Cada pessoa tem dois slides:
o que testou, e o que encontrou.
Adianto que encontramos bastante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login e sessão.
A classe chama ValidadorCookie.
[PAUSA]
O que ela faz dá pra explicar em uma frase:
chega uma requisição, ela olha os cookies,
procura o cookie chamado token,
e pergunta pro banco se aquele token existe.
[PAUSA]
Por que ela não é CRUD?
Porque ela não salva e não lê tabela nenhuma.
Ela decide. Ela olha o nome do cookie e escolhe o caminho.
[PAUSA]
Nos testes o banco é falso, a gente usa Mockito.
Então roda em menos de um segundo, sem subir nada.
[PAUSA]
E não testamos só o caminho feliz.
Testamos requisição sem cookie nenhum,
token de cliente tentando entrar como funcionário,
e esse aí do slide: cookie repetido.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testes passando.
E os 22 ramos da classe cobertos.
Ou seja: todo if e todo else foi executado pelo menos uma vez.
[PAUSA]
Agora a parte interessante.
A gente foi procurar onde o token expira.
[PAUSA]
E descobriu que ele não expira.
[PAUSA]
No servidor, a tabela guarda só o texto do token. Nada mais.
Quem expira é o cookie no navegador, em 30 minutos.
Só que se alguém copiar aquele token, ele funciona pra sempre.
[PAUSA]
A gente não inventou uma regra que não existe.
Registrou como observação de segurança, e está no slide.
[PAUSA]
E o teste manual já rodou: oito passos, todos passaram.
Login, logout e bloqueio de página restrita funcionam.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 e o fechamento do pedido.
A classe é o servlet comprar.
[PAUSA]
Ele tem regra de verdade:
valida o cookie, lê o JSON que o carrinho manda,
separa o que é lanche e o que é bebida,
soma o total, e grava o pedido com os itens.
[PAUSA]
O detalhe importante do meu teste é esse:
eu não acredito na mensagem que o sistema responde.
[PAUSA]
Eu pego o Pedido que ele manda pro banco e abro pra conferir.
O total, o cliente, a quantidade de cada item.
[PAUSA]
Porque dá pra um teste passar só olhando
a mensagem Pedido salvo com sucesso,
e o pedido estar todo errado por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testes passando.
E dois vermelhos de propósito. Já explico o porquê.
[PAUSA]
Põe no carrinho dois lanches de quinze reais
e um refrigerante de cinco.
A tela mostra trinta e cinco.
[PAUSA]
O que o sistema grava no banco? Vinte.
[PAUSA]
Ele soma o preço uma vez por item e ignora a quantidade.
Na prática: quanto mais você compra, mais barato fica.
Essa é a issue vinte e um.
[PAUSA]
E tem outra, a vinte e dois, que é pior.
O id do cliente vem do JSON que o navegador manda.
O sistema nunca compara com o cookie de quem está logado.
[PAUSA]
Então eu, logado na minha conta,
consigo fazer um pedido no nome de qualquer um de vocês.
[PAUSA]
E o teste manual achou mais duas.
Finalizar a compra com bebida no carrinho devolve erro 500.
E carrinho vazio grava um pedido de zero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e o login do cliente.
São três classes: o DaoCliente, o servlet de cadastro e o EncryptadorMD5.
[PAUSA]
O DaoCliente é um DAO, então tem bastante CRUD nele.
Mas o método login tem uma decisão de verdade:
só entra se o hash da senha bater
e se o cliente estiver ativo.
[PAUSA]
Uma coisa que a gente mudou e que vale comentar:
o teste que já existia usava Objenesis e reflexão
pra conseguir enfiar um banco falso dentro da classe.
Funcionava, mas ninguém entendia ao ler.
[PAUSA]
A gente trocou por um construtor normal, que recebe a conexão.
Ficou bem mais simples.
[PAUSA]
E o hash esperado a gente não tirou do próprio sistema.
Se o sistema estiver errado, o teste erraria junto.
Pegamos da tabela oficial do MD5.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 testes passando.
E aqui aparecem dois problemas.
[PAUSA]
O primeiro: o cadastro aceita campo vazio.
Nome vazio, usuário vazio, senha vazia.
O servidor grava e responde Usuário cadastrado.
[PAUSA]
Aí vocês perguntam: mas a tela não valida?
Não valida.
[PAUSA]
Tem um if no JavaScript escrito errado,
que nunca é verdadeiro.
Então aquele alerta de campo obrigatório nunca aparece.
Essa é a issue vinte e quatro.
[PAUSA]
O segundo é a busca por usuário.
Ela monta o SQL colando texto.
[PAUSA]
Então se a pessoa se chama O'Brien, com apóstrofo, o login quebra.
E se ela for esperta, digita SQL no campo de usuário
e o banco executa.
Issue vinte e três.
[PAUSA]
No teste manual apareceram mais duas.
Dá pra cadastrar duas pessoas com o mesmo usuário,
e quem entra no login é a última.
E nome com acento grava corrompido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do lanche personalizado.
Aquela tela onde o cliente escolhe pão, carne, queijo, bacon.
[PAUSA]
O DaoLanche é CRUD puro,
então a regra que eu testei está no servlet.
[PAUSA]
Ele faz três coisas:
calcula o preço somando ingrediente por ingrediente,
salva o lanche como inativo, porque não é do cardápio,
e liga cada ingrediente ao lanche.
[PAUSA]
No teste eu faço a conta na mão:
dois queijos, três bacons e um pão dá dezoito e cinquenta.
[PAUSA]
Se eu deixasse o teste usar a conta do próprio código,
o código poderia mudar e o teste mudaria junto, sem reclamar.
Fazendo na mão, ele reclama.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é o meu favorito.
[PAUSA]
A gente já desconfiava que os ingredientes não estavam sendo salvos.
E a suspeita era do DaoLanche.
[PAUSA]
Fomos olhar: o DaoLanche está certo.
Ele executa o INSERT normalmente.
[PAUSA]
O problema está no servlet.
Tem dois laços lá, um embaixo do outro, usando o mesmo Iterator.
[PAUSA]
O primeiro laço, o do preço, consome tudo.
Quando chega no segundo, o que liga os ingredientes,
não sobrou nada. Ele simplesmente não roda.
[PAUSA]
O teste esperava três ingredientes ligados ao lanche.
Recebeu zero.
[PAUSA]
E olha que interessante: isso bate com o teste manual.
Dia vinte eu montei um lanche na mão,
cliquei em Adicionar, e não aconteceu nada.
Virou a issue dezessete.
Agora a gente sabe o motivo, que é a issue vinte.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estoque e insumos.
E eu vou ser honesto com vocês sobre uma coisa.
[PAUSA]
O requisito pedia uma classe que não fosse CRUD,
com uma complexidade razoável.
Na minha área, essa classe não existe.
[PAUSA]
O DaoIngrediente é CRUD do começo ao fim.
E o sistema não tem regra de estoque nenhuma:
quando alguém compra, o estoque não baixa.
[PAUSA]
Então a gente fez duas coisas.
Cobriu o DAO, que era o que a issue cinco pedia.
E pegou como classe não CRUD os servlets do painel,
que pelo menos decidem quem pode entrar e quem não pode.
[PAUSA]
Essa é a limitação do nosso trabalho, e ela está escrita no slide.
A gente preferiu deixar visível
a inventar uma classe só pra fechar cinco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testes passando.
[PAUSA]
O defeito daqui: o painel aceita número negativo.
[PAUSA]
Cadastra um insumo com quantidade menos cinco, ele aceita.
Preço de compra negativo, aceita também.
E responde Ingrediente salvo.
[PAUSA]
Não tem validação no servlet,
e o banco também não tem restrição nenhuma.
Issue vinte e cinco.
[PAUSA]
E tem uma coisa que a gente decidiu não fazer.
[PAUSA]
Não escrevemos teste dizendo
que preço de venda tem que ser maior que o de compra.
Parece óbvio, mas não existe nada no sistema que diga isso.
A gente testa o que está escrito, não o que a gente acha.
[PAUSA]
No manual apareceu mais uma:
remover um insumo que está sendo usado num lanche
devolve um erro 500 na cara do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Fechando.
[PAUSA]
115 testes rodando, todos passando.
[PAUSA]
Mais cinco testes que ficam vermelhos de propósito.
Eles descrevem como deveria funcionar,
e falham enquanto o defeito existir.
[PAUSA]
E onze defeitos no total: seis já viraram issue, da vinte até a vinte e cinco.
[PAUSA]
O que ficou faltando, e a gente não vai esconder:
cinco achados dos testes manuais ainda não viraram issue.
E a área de estoque ficou sem classe de regra de negócio,
como eu mostrei ali atrás.
E a gente não corrigiu nenhum defeito,
porque o objetivo dessa entrega era encontrar e registrar.
[PAUSA]
Uma última coisa, porque é fácil confundir:
cobertura alta não quer dizer que não tem defeito.
Quer dizer só que aquele trecho foi executado.
[PAUSA]
Tanto é que a gente tem cobertura alta e seis defeitos.
[PAUSA]
É isso. Obrigado, e a gente está aberto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estrutura real no GitHub. A pasta docs/entrega-1 tem o relatório, a apresentação e os casos manuais. Se a professora quiser conferir qualquer número do deck, está tudo versionado.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Aqui está a rastreabilidade. Cada classe testada tem issue, cada caso manual tem issue, e cada defeito que abrimos tem uma issue com o teste que reproduz. As issues 20 a 25 são as que a gente abriu nesta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do CT-01. À esquerda o cabeçalho do documento, com quem executou e o ambiente. À direita uma tela do sistema tirada durante a execução. Resultado: 8 passos passaram e 0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do CT-02. À esquerda o cabeçalho do documento, com quem executou e o ambiente. À direita uma tela do sistema tirada durante a execução. Resultado: 6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do CT-03. À esquerda o cabeçalho do documento, com quem executou e o ambiente. À direita uma tela do sistema tirada durante a execução. Resultado: 2 passos passaram e 5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do CT-04. À esquerda o cabeçalho do documento, com quem executou e o ambiente. À direita uma tela do sistema tirada durante a execução. Resultado: 2 passos passaram e 2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do CT-05. À esquerda o cabeçalho do documento, com quem executou e o ambiente. À direita uma tela do sistema tirada durante a execução. Resultado: 5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saída real do Maven. Em cima, a suíte padrão: 115 testes, zero falhas. Embaixo, o perfil de defeitos, com os cinco testes vermelhos e o nome de cada um. Dá pra rodar os dois comandos na hora, se quiserem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" TargetMode="External"/><Relationship Id="rId2" Type="http://schemas.openxmlformats.org/officeDocument/2006/relationships/hyperlink" Target="https://github.com/vini-pinheiro/trabalho-qualidade-e-teste-de-software/issues/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1" TargetMode="External"/><Relationship Id="rId2" Type="http://schemas.openxmlformats.org/officeDocument/2006/relationships/hyperlink" Target="https://github.com/vini-pinheiro/trabalho-qualidade-e-teste-de-software/issues/22" TargetMode="External"/><Relationship Id="rId3" Type="http://schemas.openxmlformats.org/officeDocument/2006/relationships/hyperlink" Target="https://github.com/vini-pinheiro/trabalho-qualidade-e-teste-de-software/issues/2" TargetMode="External"/><Relationship Id="rId4" Type="http://schemas.openxmlformats.org/officeDocument/2006/relationships/hyperlink" Target="https://github.com/vini-pinheiro/trabalho-qualidade-e-teste-de-software/issues/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3" TargetMode="External"/><Relationship Id="rId2" Type="http://schemas.openxmlformats.org/officeDocument/2006/relationships/hyperlink" Target="https://github.com/vini-pinheiro/trabalho-qualidade-e-teste-de-software/issues/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4" TargetMode="External"/><Relationship Id="rId2" Type="http://schemas.openxmlformats.org/officeDocument/2006/relationships/hyperlink" Target="https://github.com/vini-pinheiro/trabalho-qualidade-e-teste-de-software/issues/23" TargetMode="External"/><Relationship Id="rId3" Type="http://schemas.openxmlformats.org/officeDocument/2006/relationships/hyperlink" Target="https://github.com/vini-pinheiro/trabalho-qualidade-e-teste-de-software/issues/3" TargetMode="External"/><Relationship Id="rId4" Type="http://schemas.openxmlformats.org/officeDocument/2006/relationships/hyperlink" Target="https://github.com/vini-pinheiro/trabalho-qualidade-e-teste-de-software/issues/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4" TargetMode="External"/><Relationship Id="rId2" Type="http://schemas.openxmlformats.org/officeDocument/2006/relationships/hyperlink" Target="https://github.com/vini-pinheiro/trabalho-qualidade-e-teste-de-software/issues/9" TargetMode="External"/><Relationship Id="rId3" Type="http://schemas.openxmlformats.org/officeDocument/2006/relationships/hyperlink" Target="https://github.com/vini-pinheiro/trabalho-qualidade-e-teste-de-software/issues/17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0" TargetMode="External"/><Relationship Id="rId2" Type="http://schemas.openxmlformats.org/officeDocument/2006/relationships/hyperlink" Target="https://github.com/vini-pinheiro/trabalho-qualidade-e-teste-de-software/issues/4" TargetMode="External"/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5" TargetMode="External"/><Relationship Id="rId2" Type="http://schemas.openxmlformats.org/officeDocument/2006/relationships/hyperlink" Target="https://github.com/vini-pinheiro/trabalho-qualidade-e-teste-de-software/issues/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5" TargetMode="External"/><Relationship Id="rId2" Type="http://schemas.openxmlformats.org/officeDocument/2006/relationships/hyperlink" Target="https://github.com/vini-pinheiro/trabalho-qualidade-e-teste-de-software/issues/5" TargetMode="External"/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ni-pinheiro/trabalho-qualidade-e-teste-de-software/issues" TargetMode="External"/><Relationship Id="rId3" Type="http://schemas.openxmlformats.org/officeDocument/2006/relationships/hyperlink" Target="https://github.com/vini-pinheiro/trabalho-qualidade-e-teste-de-software/issues/20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6" Type="http://schemas.openxmlformats.org/officeDocument/2006/relationships/hyperlink" Target="https://github.com/vini-pinheiro/trabalho-qualidade-e-teste-de-software/issues/23" TargetMode="External"/><Relationship Id="rId7" Type="http://schemas.openxmlformats.org/officeDocument/2006/relationships/hyperlink" Target="https://github.com/vini-pinheiro/trabalho-qualidade-e-teste-de-software/issues/24" TargetMode="External"/><Relationship Id="rId8" Type="http://schemas.openxmlformats.org/officeDocument/2006/relationships/hyperlink" Target="https://github.com/vini-pinheiro/trabalho-qualidade-e-teste-de-software/issues/25" TargetMode="External"/><Relationship Id="rId9" Type="http://schemas.openxmlformats.org/officeDocument/2006/relationships/hyperlink" Target="https://github.com/vini-pinheiro/trabalho-qualidade-e-teste-de-software/issues/17" TargetMode="External"/><Relationship Id="rId10" Type="http://schemas.openxmlformats.org/officeDocument/2006/relationships/hyperlink" Target="https://github.com/vini-pinheiro/trabalho-qualidade-e-teste-de-software/issues/1" TargetMode="External"/><Relationship Id="rId11" Type="http://schemas.openxmlformats.org/officeDocument/2006/relationships/hyperlink" Target="https://github.com/vini-pinheiro/trabalho-qualidade-e-teste-de-software/issues/5" TargetMode="External"/><Relationship Id="rId12" Type="http://schemas.openxmlformats.org/officeDocument/2006/relationships/hyperlink" Target="https://github.com/vini-pinheiro/trabalho-qualidade-e-teste-de-software/issues/6" TargetMode="External"/><Relationship Id="rId13" Type="http://schemas.openxmlformats.org/officeDocument/2006/relationships/hyperlink" Target="https://github.com/vini-pinheiro/trabalho-qualidade-e-teste-de-software/issues/10" TargetMode="External"/><Relationship Id="rId1" Type="http://schemas.openxmlformats.org/officeDocument/2006/relationships/image" Target="../media/image-14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6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7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8" TargetMode="External"/><Relationship Id="rId4" Type="http://schemas.openxmlformats.org/officeDocument/2006/relationships/hyperlink" Target="https://github.com/vini-pinheiro/trabalho-qualidade-e-teste-de-software/issues/24" TargetMode="External"/><Relationship Id="rId5" Type="http://schemas.openxmlformats.org/officeDocument/2006/relationships/hyperlink" Target="https://github.com/vini-pinheiro/trabalho-qualidade-e-teste-de-software/issues/23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hyperlink" Target="https://github.com/vini-pinheiro/trabalho-qualidade-e-teste-de-software/issues/20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hyperlink" Target="https://github.com/vini-pinheiro/trabalho-qualidade-e-teste-de-software/issues/25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TESTES E DOCUMENTAÇÃO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015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· Vinicius Fonseca de Freitas · Felipe Paixão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Yuri Mascarenhas: 8 passos, todos PASSOU. Login, logout e bloqueio de página restrita funcionam. Issue #6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DE SEGURANÇA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Yuri Mascarenhas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Vinicius Rocha Pinheiro: 6 PASSOU, 3 FALHOU. Finalizar com bebida devolveu HTTP 500. Issue #7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 E DEF-03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Rocha Pinheiro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ignora a quantidade: 36,00 na tela, 18,00 gravado. O cliente vem do id do JSON, sem conferir o cookie. E o manual achou mais: finalizar com bebida dá HTTP 500, e carrinho vazio grava pedido de R$ 0,00.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Thiago Ferreira: 2 PASSOU, 5 FALHOU. Campos vazios, usuário duplicado e nome com acento corrompido. Issue #8.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DEF-05 E DEF-04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Thiago Ferreira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nome, usuário e senha vazios: em cadastro.js a condição !field.name == 'complemento' é sempre falsa. Busca por usuário concatena SQL. No manual: usuário duplicado é aceito e quem entra é o último, e nome com acento grava corrompido.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2 PASSOU, 2 FALHOU. 'Adicionar' não responde e 'Cancelar' dá tela branca. Virou a issue #17; a causa é a #20.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Fonseca de Freitas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Felipe Paixão: 5 PASSOU, 3 FALHOU. Negativo aceito no cadastro e na alteração; remoção de insumo em uso dá HTTP 500. Issue #10.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Felipe Paixão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aceitos, no cadastro e na alteração: não há validação no servlet nem CHECK no banco. Remover insumo usado em lanche devolve HTTP 500 cru. Não assumimos regra de 'venda maior que compra'.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encontrados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 issue aberta (#20 a #25)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casos manuais foram executados, um por integrante, com prints anexados: 23 passos PASSOU e 13 FALHOU.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achados dos testes manuais ainda não viraram issue; a área 5 não tem classe não CRUD, porque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07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versionado no repositório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docs/entrega-1-manuais-e-apresentacao, capturado do GitHub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pasta-entreg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4069080" cy="2978567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github-pasta-casos-manua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9785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docs/entrega-1: relatório, apresentação e casos manuais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61772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casos-manuais: um documento por integrante, com prints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está nestes slides sai desses arquivos:  </a:t>
            </a:r>
            <a:pPr indent="0" marL="0">
              <a:buNone/>
            </a:pPr>
            <a:r>
              <a:rPr lang="en-US" sz="1100" b="1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 no GitHub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do repositório: unit-test, manual-test e os defeitos encontrados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325880"/>
            <a:ext cx="4114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issues no total: 12 abertas e 5 fechadas.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 (#1 a #5): uma por classe testada.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manual-test (#6 a #10): uma por caso de teste.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(#20 a #25): os seis defeitos que abrimos, cada um com o teste que reproduz.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#17: aberta pelo grupo a partir do CT-04; a causa é a #20.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015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NO GITHUB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602736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</a:t>
            </a:r>
            <a:endParaRPr lang="en-US" sz="1100" dirty="0"/>
          </a:p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trabalho-qualidade-e-teste-de-software/issues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0782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3342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Casos manuais: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608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achados dos testes manuais ainda não viraram issue: estão listados em docs/entrega-1/README.md.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CT-01 — Autenticação e sessão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 ·  executado em 21/09  ·  8 passos PASSOU, 0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8834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ativa: nome e endereço carregados a partir do cookie de login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passos passaram. Fica a observação: o token não expira no servidor.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CT-02 — Carrinho e finalização de compra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Rocha Pinheiro  ·  executado em 21/09  ·  6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8254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do pedido mostrando R$ 36,00 na tela; o banco gravou R$ 18,00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Finalizar com bebida devolveu HTTP 500 e o carrinho vazio gravou pedido de R$ 0,00.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CT-03 — Cadastro de cliente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Ferreira  ·  executado em 21/09  ·  2 passos PASSOU, 5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69573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cadastrado como "José Conceição" aparece corrompido na tela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vazios aceitos, usuário duplicado aceito e acentuação corrompida.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CT-04 — Montagem de lanche personalizado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Fonseca  ·  executado em 20/09  ·  2 passos PASSOU, 2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20153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186067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montagem: escolha do pão e dos ingredientes, com o preço somado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Adicionar não responde e Cancelar devolve tela branca.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CT-05 — Gestão de insumos e estoque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Paixão  ·  executado em 21/09  ·  5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6635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estoque: insumos com quantidade, preço de compra e de venda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negativa aceita no cadastro e na alteração; remoção de insumo em uso dá HTTP 500.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Execução das suítes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do Maven, nas duas suítes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execucao-ma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249542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suíte padrão fica verde. A de defeitos fica vermelha de propósito: cada teste ali descreve o comportamento correto e falha enquanto o defeito existir.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Reproduzir:  mvn clean test   ·   mvn test -Pdefeitos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2026-09-21T21:34:36Z</dcterms:created>
  <dcterms:modified xsi:type="dcterms:W3CDTF">2026-09-21T21:34:36Z</dcterms:modified>
</cp:coreProperties>
</file>