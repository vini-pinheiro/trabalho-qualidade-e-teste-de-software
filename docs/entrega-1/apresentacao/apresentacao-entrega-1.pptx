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pessoal.
A gente é o grupo do Code Burguer's.
É um sistema de lanchonete online, feito em Java, com Servlet e JDBC.
[PAUSA]
Só que não fomos nós que escrevemos esse sistema.
Ele veio pronto, de um projeto antigo.
O nosso trabalho foi outro: testar ele.
E achar o que está quebrado.
[PAUSA]
A gente dividiu em cinco áreas, uma pra cada um.
Cada pessoa tem dois slides:
o que testou, e o que encontrou.
Adianto que encontramos bastante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login e sessão.
A classe chama ValidadorCookie.
[PAUSA]
O que ela faz dá pra explicar em uma frase:
chega uma requisição, ela olha os cookies,
procura o cookie chamado token,
e pergunta pro banco se aquele token existe.
[PAUSA]
Por que ela não é CRUD?
Porque ela não salva e não lê tabela nenhuma.
Ela decide. Ela olha o nome do cookie e escolhe o caminho.
[PAUSA]
Nos testes o banco é falso, a gente usa Mockito.
Então roda em menos de um segundo, sem subir nada.
[PAUSA]
E não testamos só o caminho feliz.
Testamos requisição sem cookie nenhum,
token de cliente tentando entrar como funcionário,
e esse aí do slide: cookie repetido.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testes passando.
E os 22 ramos da classe cobertos.
Ou seja: todo if e todo else foi executado pelo menos uma vez.
[PAUSA]
Agora a parte interessante.
A gente foi procurar onde o token expira.
[PAUSA]
E descobriu que ele não expira.
[PAUSA]
No servidor, a tabela guarda só o texto do token. Nada mais.
Quem expira é o cookie no navegador, em 30 minutos.
Só que se alguém copiar aquele token, ele funciona pra sempre.
[PAUSA]
A gente não inventou uma regra que não existe.
Registrou como observação de segurança, e está no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 e o fechamento do pedido.
A classe é o servlet comprar.
[PAUSA]
Ele tem regra de verdade:
valida o cookie, lê o JSON que o carrinho manda,
separa o que é lanche e o que é bebida,
soma o total, e grava o pedido com os itens.
[PAUSA]
O detalhe importante do meu teste é esse:
eu não acredito na mensagem que o sistema responde.
[PAUSA]
Eu pego o Pedido que ele manda pro banco e abro pra conferir.
O total, o cliente, a quantidade de cada item.
[PAUSA]
Porque dá pra um teste passar só olhando
a mensagem Pedido salvo com sucesso,
e o pedido estar todo errado por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testes passando.
E dois vermelhos de propósito. Já explico o porquê.
[PAUSA]
Põe no carrinho dois lanches de quinze reais
e um refrigerante de cinco.
A tela mostra trinta e cinco.
[PAUSA]
O que o sistema grava no banco? Vinte.
[PAUSA]
Ele soma o preço uma vez por item e ignora a quantidade.
Na prática: quanto mais você compra, mais barato fica.
Essa é a issue vinte e um.
[PAUSA]
E tem outra, a vinte e dois, que é pior.
O id do cliente vem do JSON que o navegador manda.
O sistema nunca compara com o cookie de quem está logado.
[PAUSA]
Então eu, logado na minha conta,
consigo fazer um pedido no nome de qualquer um de vocês.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e o login do cliente.
São três classes: o DaoCliente, o servlet de cadastro e o EncryptadorMD5.
[PAUSA]
O DaoCliente é um DAO, então tem bastante CRUD nele.
Mas o método login tem uma decisão de verdade:
só entra se o hash da senha bater
e se o cliente estiver ativo.
[PAUSA]
Uma coisa que a gente mudou e que vale comentar:
o teste que já existia usava Objenesis e reflexão
pra conseguir enfiar um banco falso dentro da classe.
Funcionava, mas ninguém entendia ao ler.
[PAUSA]
A gente trocou por um construtor normal, que recebe a conexão.
Ficou bem mais simples.
[PAUSA]
E o hash esperado a gente não tirou do próprio sistema.
Se o sistema estiver errado, o teste erraria junto.
Pegamos da tabela oficial do MD5.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 testes passando.
E aqui aparecem dois problemas.
[PAUSA]
O primeiro: o cadastro aceita campo vazio.
Nome vazio, usuário vazio, senha vazia.
O servidor grava e responde Usuário cadastrado.
[PAUSA]
Aí vocês perguntam: mas a tela não valida?
Não valida.
[PAUSA]
Tem um if no JavaScript escrito errado,
que nunca é verdadeiro.
Então aquele alerta de campo obrigatório nunca aparece.
Essa é a issue vinte e quatro.
[PAUSA]
O segundo é a busca por usuário.
Ela monta o SQL colando texto.
[PAUSA]
Então se a pessoa se chama O'Brien, com apóstrofo, o login quebra.
E se ela for esperta, digita SQL no campo de usuário
e o banco executa.
Issue vinte e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do lanche personalizado.
Aquela tela onde o cliente escolhe pão, carne, queijo, bacon.
[PAUSA]
O DaoLanche é CRUD puro,
então a regra que eu testei está no servlet.
[PAUSA]
Ele faz três coisas:
calcula o preço somando ingrediente por ingrediente,
salva o lanche como inativo, porque não é do cardápio,
e liga cada ingrediente ao lanche.
[PAUSA]
No teste eu faço a conta na mão:
dois queijos, três bacons e um pão dá dezoito e cinquenta.
[PAUSA]
Se eu deixasse o teste usar a conta do próprio código,
o código poderia mudar e o teste mudaria junto, sem reclamar.
Fazendo na mão, ele reclama.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é o meu favorito.
[PAUSA]
A gente já desconfiava que os ingredientes não estavam sendo salvos.
E a suspeita era do DaoLanche.
[PAUSA]
Fomos olhar: o DaoLanche está certo.
Ele executa o INSERT normalmente.
[PAUSA]
O problema está no servlet.
Tem dois laços lá, um embaixo do outro, usando o mesmo Iterator.
[PAUSA]
O primeiro laço, o do preço, consome tudo.
Quando chega no segundo, o que liga os ingredientes,
não sobrou nada. Ele simplesmente não roda.
[PAUSA]
O teste esperava três ingredientes ligados ao lanche.
Recebeu zero.
[PAUSA]
E olha que interessante: isso bate com o teste manual.
Dia vinte eu montei um lanche na mão,
cliquei em Adicionar, e não aconteceu nada.
Virou a issue dezessete.
Agora a gente sabe o motivo, que é a issue vinte.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estoque e insumos.
E eu vou ser honesto com vocês sobre uma coisa.
[PAUSA]
O requisito pedia uma classe que não fosse CRUD,
com uma complexidade razoável.
Na minha área, essa classe não existe.
[PAUSA]
O DaoIngrediente é CRUD do começo ao fim.
E o sistema não tem regra de estoque nenhuma:
quando alguém compra, o estoque não baixa.
[PAUSA]
Então a gente fez duas coisas.
Cobriu o DAO, que era o que a issue cinco pedia.
E pegou como classe não CRUD os servlets do painel,
que pelo menos decidem quem pode entrar e quem não pode.
[PAUSA]
Essa é a limitação do nosso trabalho, e ela está escrita no slide.
A gente preferiu deixar visível
a inventar uma classe só pra fechar cinco nomes.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testes passando.
[PAUSA]
O defeito daqui: o painel aceita número negativo.
[PAUSA]
Cadastra um insumo com quantidade menos cinco, ele aceita.
Preço de compra negativo, aceita também.
E responde Ingrediente salvo.
[PAUSA]
Não tem validação no servlet,
e o banco também não tem restrição nenhuma.
Issue vinte e cinco.
[PAUSA]
E tem uma coisa que a gente decidiu não fazer.
[PAUSA]
Não escrevemos teste dizendo
que preço de venda tem que ser maior que o de compra.
Parece óbvio, mas não existe nada no sistema que diga isso.
A gente testa o que está escrito, não o que a gente 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Fechando.
[PAUSA]
115 testes rodando, todos passando.
[PAUSA]
Mais cinco testes que ficam vermelhos de propósito.
Eles descrevem como deveria funcionar,
e falham enquanto o defeito existir.
[PAUSA]
E seis defeitos abertos no GitHub, da issue vinte até a vinte e cinco.
[PAUSA]
O que ficou faltando, e a gente não vai esconder:
dois testes manuais ainda não rodaram, o CT-03 e o CT-05.
A área de estoque ficou sem classe de regra de negócio,
como eu mostrei ali atrás.
E a gente não corrigiu nenhum defeito,
porque o objetivo dessa entrega era encontrar e registrar.
[PAUSA]
Uma última coisa, porque é fácil confundir:
cobertura alta não quer dizer que não tem defeito.
Quer dizer só que aquele trecho foi executado.
[PAUSA]
Tanto é que a gente tem cobertura alta e seis defeitos.
[PAUSA]
É isso. Obrigado, e a gente está aberto pra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Thiago Ferreira · Vinicius Fonseca de Freitas · Felipe Paixão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#1 e 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Responsável: Yuri Mascarenhas. Issue #6 fechada pelo grupo. O documento do caso, no formato do CT-04, não está no repositório.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DE SEGURANÇA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Yuri Mascarenhas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#1 e 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#2 e #7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Responsável: Vinicius Rocha Pinheiro. Issue #7 fechada pelo grupo. O documento do caso, no formato do CT-04, não está no repositório.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#21 E #22 · DEF-02 E DEF-03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Rocha Pinheiro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total ignora a quantidade (35,00 na tela, 20,00 gravado). E o cliente do pedido vem do id do JSON, sem conferir com o cookie: dá para gravar pedido em nome de outro cliente.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#2 e #7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#3 e #8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Responsável: Thiago Ferreira. Não executado — issue #8 aberta. Roteiro pronto: campos obrigatórios vazios e usuário duplicado, cenários que os testes já reprovam.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#24 E #23 · DEF-05 E DEF-04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Thiago Ferreira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aceita nome, usuário e senha vazios; em cadastro.js a condição !field.name == 'complemento' é sempre falsa. E pesquisaPorUsuario concatena SQL: usuário com apóstrofo quebra o comando.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#3 e #8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#4, #9 e #17 · DEF-01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passo 'Adicionar' FALHOU (nada acontece) e 'Cancelar' FALHOU. Virou a issue #17; a causa está na #20.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#20 · DEF-01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Fonseca de Freitas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#4, #9 e #17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#5 e #10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Responsável: Felipe Paixão. Não executado — issue #10 aberta. Roteiro pronto: cadastrar insumo com quantidade -5 e zerar o estoque pelo painel.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#25 · DEF-07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Felipe Paixão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aceitos: 'Ingrediente Salvo!'. Não há validação no servlet nem CHECK no banco. Não assumimos regra de 'venda maior que compra'.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#5 e #10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documentados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#20 a #25 no GitHub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(Thiago Ferreira) e CT-05 (Felipe Paixão) ainda não executados; CT-04 executado por Vinicius Fonseca com falha.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5 sem classe não CRUD de complexidade razoável: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091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2026-09-21T20:37:07Z</dcterms:created>
  <dcterms:modified xsi:type="dcterms:W3CDTF">2026-09-21T20:37:07Z</dcterms:modified>
</cp:coreProperties>
</file>