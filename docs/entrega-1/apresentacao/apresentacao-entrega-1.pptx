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Abertura. O sistema é o Code Burguer's, uma lanchonete online em Java com Servlets e JDBC, baseado no projeto APS-04. Dividimos em cinco áreas, uma por integrante: cada um apresenta a classe que testou, a estratégia, o resultado e o que encontrou. [Completar o nome do quinto integrante antes de apresentar.]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Minha parte é autenticação e sessão. A classe é o ValidadorCookie: ela não é CRUD, só recebe os cookies da requisição, procura o cookie certo pelo nome e pergunta ao DaoToken se o token existe. Nos testes o DaoToken é um mock, então nada depende de banco. Além dos casos básicos, testamos as fronteiras: requisição sem cookie, token de cliente tentando passar por funcionário, cookie duplicado e valor malformado. Para demonstrar: abrir ValidadorCookieLimitesTest e rodar mvn test -Dtest=ValidadorCookie*.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São 26 testes passando e todos os 22 ramos da classe cobertos. O achado mais interessante: procuramos a regra de expiração de token e ela não existe no servidor. A tabela só guarda o texto do token; quem expira é o cookie no navegador, em 30 minutos. Registramos como observação de segurança, não inventamos um resultado. O teste manual é o CT-01, issue 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Minha parte é o carrinho. A classe é o servlet comprar, que tem regra de verdade: valida o cookie, lê o JSON que o carrinho.js monta, separa lanche de bebida, soma o total e grava os vínculos. Mockamos o validador e os quatro DAOs e usamos ArgumentCaptor para olhar o Pedido que chega no DAO. O valor esperado não sai do próprio código: usamos a conta que a tela do carrinho faz, preço vezes quantidade.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São 22 testes passando na suíte normal e dois testes que ficam vermelhos de propósito na suíte de defeitos. O primeiro: com 2 lanches de 15 e 1 refrigerante de 5 a tela mostra 35, mas o servlet grava 20, porque soma o preço uma vez por item. O segundo: o id do cliente vem do JSON e nunca é comparado com o cookie. Para demonstrar: mvn test -Pdefeitos -Dtest=ComprarRegrasTest.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Minha parte é o cadastro de clientes. O DaoCliente é um DAO, mas o login tem uma decisão: só entra se o hash MD5 bater e o cliente estiver ativo. E o salvar reaproveita um endereço que já existe. Completamos com duas classes que não são CRUD: o servlet cadastro e o EncryptadorMD5. Simplificamos o teste antigo, que usava Objenesis e reflexão, para injeção por construtor. O hash esperado vem dos vetores da RFC, inclusive o MD5 de 'a', que começa com zero e testa o preenchimento.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São 29 testes passando. Defeitos: o servidor grava cliente com nome, usuário e senha vazios, e a validação da tela também não funciona por causa de uma condição sempre falsa no JavaScript. Outro: a busca por usuário concatena texto no SQL, então um apóstrofo quebra o login. O MD5 foi tratado como comportamento legado, só caracterizamos. O CT-03 manual ainda está pendente, issue 8.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Minha parte é a montagem de lanches. O DaoLanche é CRUD, então a regra que escolhemos está no servlet salvarLancheCliente: ele calcula o preço somando valor de venda vezes quantidade de cada ingrediente, grava o lanche como inativo e deveria vincular os ingredientes. O teste calcula o preço esperado à mão: 2 queijos, 3 bacons e 1 pão dá 18,50.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Tínhamos uma suspeita de que os ingredientes não eram salvos. Investigamos: o DaoLanche faz o INSERT normalmente. O problema é no servlet, que usa o mesmo Iterator em dois laços; o primeiro consome tudo e o segundo nunca executa. O teste espera 3 vínculos e recebe zero. No teste manual CT-04, feito em 20 de setembro, o botão Adicionar não respondeu, e isso virou a issue 17. Demonstração: mvn test -Pdefeitos -Dtest=SalvarLancheClienteTest.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Minha parte é insumos e estoque. Aqui somos transparentes: o DaoIngrediente é CRUD e o sistema não tem regra de estoque, a compra nem dá baixa. Então cobrimos o DAO, que era a issue 5, e escolhemos como classe não CRUD os servlets de insumo, que verificam se quem chama é funcionário e convertem o JSON. Mostramos que um token de cliente não entra no painel.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São 16 testes passando e os 6 ramos do DAO cobertos. O defeito: quantidade e valores negativos são aceitos e gravados, sem validação no servlet nem restrição no banco. Não afirmamos que o preço de venda precisa ser maior que o de compra, porque nada no sistema sustenta essa regra. O CT-05 manual ainda está pendente, issue 10.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Fechamento. A suíte tem 115 testes unitários passando. Separamos 5 testes que descrevem o comportamento correto e ficam vermelhos enquanto os defeitos existirem; eles rodam com mvn test -Pdefeitos. No total documentamos 6 defeitos. Sendo honestos sobre os limites: dois testes manuais ainda não foram executados, a área de estoque não tem uma classe de regra de negócio porque o sistema não tem essa regra, e não corrigimos nenhum defeito, porque o objetivo da entrega era testar e reportar.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B1B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92240" y="822960"/>
            <a:ext cx="3474720" cy="3474720"/>
          </a:xfrm>
          <a:prstGeom prst="ellipse">
            <a:avLst/>
          </a:prstGeom>
          <a:solidFill>
            <a:srgbClr val="F2A900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1554480"/>
            <a:ext cx="2011680" cy="2011680"/>
          </a:xfrm>
          <a:prstGeom prst="ellipse">
            <a:avLst/>
          </a:prstGeom>
          <a:solidFill>
            <a:srgbClr val="C8352B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822960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F2A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QUALIDADE E TESTE DE SOFTWARE  ·  ENTREGA 1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234440"/>
            <a:ext cx="5852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Code Burguer's</a:t>
            </a:r>
            <a:endParaRPr lang="en-US" sz="4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148840"/>
            <a:ext cx="5486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E8DF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 de teste, testes unitários e testes manuais de uma lanchonete online em Java (Servlets + JDBC + PostgreSQL)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931920"/>
            <a:ext cx="5669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8DF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Yuri Mascarenhas · Vinicius Rocha Pinheiro · Thiago Ferreira Teixeira · Vinicius Fonseca de Freitas · Integrante 5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548640" cy="548640"/>
          </a:xfrm>
          <a:prstGeom prst="ellipse">
            <a:avLst/>
          </a:prstGeom>
          <a:solidFill>
            <a:srgbClr val="F2A900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200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143000" y="301752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AUTENTICAÇÃO E SESSÃO  ·  Yuri Mascarenhas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143000" y="530352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B1B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testamos e como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188720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CLASSE E MÉTODOS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408176"/>
            <a:ext cx="3931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Helpers.ValidadorCookie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validar, validarFuncionario, deletar, getCookieIdCliente/Funcionario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2194560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 NÃO É CRUD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2414016"/>
            <a:ext cx="3931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acessa tabela nem é entidade: percorre os cookies, decide pelo nome (token x tokenFuncionario) e delega ao DaoToken.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3429000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ESTRATÉGIA UNITÁRIA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3648456"/>
            <a:ext cx="3931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DaoToken mockado. Partições: sem cookies, nome trocado, token válido/inválido, duplicado, valor malformado, falha do DAO.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663440" y="1188720"/>
            <a:ext cx="4023360" cy="3291840"/>
          </a:xfrm>
          <a:prstGeom prst="roundRect">
            <a:avLst>
              <a:gd name="adj" fmla="val 2222"/>
            </a:avLst>
          </a:prstGeom>
          <a:solidFill>
            <a:srgbClr val="2B1B17"/>
          </a:solidFill>
          <a:ln w="12700">
            <a:solidFill>
              <a:srgbClr val="2B1B17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846320" y="132588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F2A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ValidadorCookieLimitesTest — cookie duplicado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4846320" y="1600200"/>
            <a:ext cx="36576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Cookie[] cookies = {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new Cookie("token", "7-valido"),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new Cookie("token", "7-invalido") };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assertFalse(validador.validar(cookies));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validar() fica com o ULTIMO cookie,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getCookieIdCliente() com o PRIMEIRO</a:t>
            </a:r>
            <a:endParaRPr lang="en-US" sz="95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475488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ValidadorCookieTest · ValidadorCookieLimitesTest · issues #1 e #6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548640" cy="548640"/>
          </a:xfrm>
          <a:prstGeom prst="ellipse">
            <a:avLst/>
          </a:prstGeom>
          <a:solidFill>
            <a:srgbClr val="F2A900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200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143000" y="301752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AUTENTICAÇÃO E SESSÃO  ·  Yuri Mascarenhas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143000" y="530352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B1B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Resultados e o que encontramos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23444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2E7D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26</a:t>
            </a:r>
            <a:endParaRPr lang="en-US" sz="40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892808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testes unitários passando (suíte padrão)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237744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2B1B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22/22</a:t>
            </a:r>
            <a:endParaRPr lang="en-US" sz="40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3035808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ramos cobertos na classe principal (JaCoCo)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352044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2B1B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4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4178808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teste(s) vermelho(s) na suíte de defeitos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2743200" y="1188720"/>
            <a:ext cx="2834640" cy="3383280"/>
          </a:xfrm>
          <a:prstGeom prst="roundRect">
            <a:avLst>
              <a:gd name="adj" fmla="val 2581"/>
            </a:avLst>
          </a:prstGeom>
          <a:solidFill>
            <a:srgbClr val="F6F1EE"/>
          </a:solidFill>
          <a:ln w="12700">
            <a:solidFill>
              <a:srgbClr val="F6F1EE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926080" y="1371600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CENÁRIO MANUAL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2926080" y="1591056"/>
            <a:ext cx="2468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CT-01 — Autenticação de usuário e validação de cookie (login, logout, página restrita).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2926080" y="2743200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SITUAÇÃO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2926080" y="2962656"/>
            <a:ext cx="24688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Issue #6 fechada pelo grupo. Registro da execução no documento do grupo.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852160" y="1188720"/>
            <a:ext cx="2834640" cy="3383280"/>
          </a:xfrm>
          <a:prstGeom prst="roundRect">
            <a:avLst>
              <a:gd name="adj" fmla="val 2581"/>
            </a:avLst>
          </a:prstGeom>
          <a:solidFill>
            <a:srgbClr val="2B1B17"/>
          </a:solidFill>
          <a:ln w="12700">
            <a:solidFill>
              <a:srgbClr val="2B1B17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035040" y="1371600"/>
            <a:ext cx="2468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2A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OBSERVAÇÃO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6035040" y="1691640"/>
            <a:ext cx="24688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existe expiração de token no servidor: tb_tokens guarda só o texto. O único prazo é o MaxAge de 30 min do cookie no navegador.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457200" y="475488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testes de integração nesta entrega  ·  ValidadorCookieTest · ValidadorCookieLimitesTest · issues #1 e #6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548640" cy="548640"/>
          </a:xfrm>
          <a:prstGeom prst="ellipse">
            <a:avLst/>
          </a:prstGeom>
          <a:solidFill>
            <a:srgbClr val="F2A900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200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143000" y="301752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CARRINHO E PEDIDOS  ·  Vinicius Rocha Pinheiro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143000" y="530352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B1B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testamos e como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188720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CLASSE E MÉTODOS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408176"/>
            <a:ext cx="3931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Controllers.comprar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processRequest (doGet/doPost)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2194560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 NÃO É CRUD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2414016"/>
            <a:ext cx="3931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Servlet com regra de negócio: valida o cookie, interpreta o JSON do carrinho, separa lanches e bebidas, soma o total e vincula os itens.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3429000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ESTRATÉGIA UNITÁRIA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3648456"/>
            <a:ext cx="3931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Validador e 4 DAOs mockados; ArgumentCaptor confere o Pedido enviado ao DAO (total, cliente, quantidades), não só a mensagem.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663440" y="1188720"/>
            <a:ext cx="4023360" cy="3291840"/>
          </a:xfrm>
          <a:prstGeom prst="roundRect">
            <a:avLst>
              <a:gd name="adj" fmla="val 2222"/>
            </a:avLst>
          </a:prstGeom>
          <a:solidFill>
            <a:srgbClr val="2B1B17"/>
          </a:solidFill>
          <a:ln w="12700">
            <a:solidFill>
              <a:srgbClr val="2B1B17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846320" y="132588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F2A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ComprarRegrasTest — DEF-02 (suíte -Pdefeitos)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4846320" y="1600200"/>
            <a:ext cx="36576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carrinho: 2 x X-Burger + 1 x Refrigerante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double esperado = 2 * 15.00 + 1 * 5.00;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enviar("{...\"X-Burger\": [\"15.00\",\"lanche\",2]...}");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assertEquals(esperado,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pedidoEnviadoAoDao().getValor_total(), 0.001);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expected: &lt;35.0&gt; but was: &lt;20.0&gt;</a:t>
            </a:r>
            <a:endParaRPr lang="en-US" sz="95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475488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ComprarTest · ComprarRegrasTest · issues #2 e #7 · DEF-02, DEF-03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548640" cy="548640"/>
          </a:xfrm>
          <a:prstGeom prst="ellipse">
            <a:avLst/>
          </a:prstGeom>
          <a:solidFill>
            <a:srgbClr val="F2A900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200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143000" y="301752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CARRINHO E PEDIDOS  ·  Vinicius Rocha Pinheiro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143000" y="530352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B1B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Resultados e o que encontramos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23444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2E7D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22</a:t>
            </a:r>
            <a:endParaRPr lang="en-US" sz="40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892808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testes unitários passando (suíte padrão)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237744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2B1B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15/16</a:t>
            </a:r>
            <a:endParaRPr lang="en-US" sz="40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3035808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ramos cobertos na classe principal (JaCoCo)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352044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C835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4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4178808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teste(s) vermelho(s) na suíte de defeitos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2743200" y="1188720"/>
            <a:ext cx="2834640" cy="3383280"/>
          </a:xfrm>
          <a:prstGeom prst="roundRect">
            <a:avLst>
              <a:gd name="adj" fmla="val 2581"/>
            </a:avLst>
          </a:prstGeom>
          <a:solidFill>
            <a:srgbClr val="F6F1EE"/>
          </a:solidFill>
          <a:ln w="12700">
            <a:solidFill>
              <a:srgbClr val="F6F1EE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926080" y="1371600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CENÁRIO MANUAL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2926080" y="1591056"/>
            <a:ext cx="2468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CT-02 — Adição de itens e finalização de compra.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2926080" y="2743200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SITUAÇÃO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2926080" y="2962656"/>
            <a:ext cx="24688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Issue #7 fechada pelo grupo. Registro da execução no documento do grupo.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852160" y="1188720"/>
            <a:ext cx="2834640" cy="3383280"/>
          </a:xfrm>
          <a:prstGeom prst="roundRect">
            <a:avLst>
              <a:gd name="adj" fmla="val 2581"/>
            </a:avLst>
          </a:prstGeom>
          <a:solidFill>
            <a:srgbClr val="2B1B17"/>
          </a:solidFill>
          <a:ln w="12700">
            <a:solidFill>
              <a:srgbClr val="2B1B17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035040" y="1371600"/>
            <a:ext cx="2468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2A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DEFEITOS DEF-02 E DEF-03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6035040" y="1691640"/>
            <a:ext cx="24688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total ignora a quantidade (35,00 na tela, 20,00 gravado). E o cliente do pedido vem do id do JSON, sem conferir com o cookie: dá para gravar pedido em nome de outro cliente.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457200" y="475488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testes de integração nesta entrega  ·  ComprarTest · ComprarRegrasTest · issues #2 e #7 · DEF-02, DEF-03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548640" cy="548640"/>
          </a:xfrm>
          <a:prstGeom prst="ellipse">
            <a:avLst/>
          </a:prstGeom>
          <a:solidFill>
            <a:srgbClr val="F2A900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200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143000" y="301752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CADASTRO DE CLIENTES  ·  Thiago Ferreira Teixeira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143000" y="530352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B1B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testamos e como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188720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CLASSE E MÉTODOS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408176"/>
            <a:ext cx="3931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DAO.DaoCliente + Controllers.cadastro + Helpers.EncryptadorMD5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login, salvar, pesquisaPorUsuario · processRequest · encryptar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2194560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 NÃO É CRUD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2414016"/>
            <a:ext cx="3931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login decide o acesso (hash MD5 igual E cliente ativo); salvar reaproveita endereço já existente. cadastro e EncryptadorMD5 não são DAO nem entidade.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3429000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ESTRATÉGIA UNITÁRIA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3648456"/>
            <a:ext cx="3931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Connection e DaoEndereco injetados por construtor (sem Objenesis/reflexão). Hash esperado vem da RFC 1321, não do próprio sistema.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663440" y="1188720"/>
            <a:ext cx="4023360" cy="3291840"/>
          </a:xfrm>
          <a:prstGeom prst="roundRect">
            <a:avLst>
              <a:gd name="adj" fmla="val 2222"/>
            </a:avLst>
          </a:prstGeom>
          <a:solidFill>
            <a:srgbClr val="2B1B17"/>
          </a:solidFill>
          <a:ln w="12700">
            <a:solidFill>
              <a:srgbClr val="2B1B17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846320" y="132588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F2A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DaoClienteTest — cliente inativo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4846320" y="1600200"/>
            <a:ext cx="36576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senha correta, mas fg_ativo = 0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bancoRespondeClienteDoLogin(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"carlos.silva", MD5_DE_123456, 0);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assertFalse(dao.login(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tentativaDeLogin("carlos.silva", "123456")));</a:t>
            </a:r>
            <a:endParaRPr lang="en-US" sz="95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475488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DaoClienteTest · CadastroTest · EncryptadorMD5Test · issues #3 e #8 · DEF-04, DEF-05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548640" cy="548640"/>
          </a:xfrm>
          <a:prstGeom prst="ellipse">
            <a:avLst/>
          </a:prstGeom>
          <a:solidFill>
            <a:srgbClr val="F2A900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200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143000" y="301752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CADASTRO DE CLIENTES  ·  Thiago Ferreira Teixeira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143000" y="530352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B1B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Resultados e o que encontramos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23444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2E7D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29</a:t>
            </a:r>
            <a:endParaRPr lang="en-US" sz="40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892808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testes unitários passando (suíte padrão)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237744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2B1B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13/16</a:t>
            </a:r>
            <a:endParaRPr lang="en-US" sz="40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3035808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ramos cobertos na classe principal (JaCoCo)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352044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C835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4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4178808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teste(s) vermelho(s) na suíte de defeitos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2743200" y="1188720"/>
            <a:ext cx="2834640" cy="3383280"/>
          </a:xfrm>
          <a:prstGeom prst="roundRect">
            <a:avLst>
              <a:gd name="adj" fmla="val 2581"/>
            </a:avLst>
          </a:prstGeom>
          <a:solidFill>
            <a:srgbClr val="F6F1EE"/>
          </a:solidFill>
          <a:ln w="12700">
            <a:solidFill>
              <a:srgbClr val="F6F1EE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926080" y="1371600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CENÁRIO MANUAL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2926080" y="1591056"/>
            <a:ext cx="2468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CT-03 — Validações no cadastro de usuário (campos obrigatórios, duplicados).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2926080" y="2743200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SITUAÇÃO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2926080" y="2962656"/>
            <a:ext cx="24688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Issue #8 aberta: execução manual pendente.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852160" y="1188720"/>
            <a:ext cx="2834640" cy="3383280"/>
          </a:xfrm>
          <a:prstGeom prst="roundRect">
            <a:avLst>
              <a:gd name="adj" fmla="val 2581"/>
            </a:avLst>
          </a:prstGeom>
          <a:solidFill>
            <a:srgbClr val="2B1B17"/>
          </a:solidFill>
          <a:ln w="12700">
            <a:solidFill>
              <a:srgbClr val="2B1B17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035040" y="1371600"/>
            <a:ext cx="2468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2A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DEFEITOS DEF-05 E DEF-04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6035040" y="1691640"/>
            <a:ext cx="24688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Servidor aceita nome, usuário e senha vazios; em cadastro.js a condição !field.name == 'complemento' é sempre falsa. E pesquisaPorUsuario concatena SQL: usuário com apóstrofo quebra o comando.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457200" y="475488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testes de integração nesta entrega  ·  DaoClienteTest · CadastroTest · EncryptadorMD5Test · issues #3 e #8 · DEF-04, DEF-05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548640" cy="548640"/>
          </a:xfrm>
          <a:prstGeom prst="ellipse">
            <a:avLst/>
          </a:prstGeom>
          <a:solidFill>
            <a:srgbClr val="F2A900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200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143000" y="301752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CARDÁPIO E MONTAGEM DE LANCHES  ·  Vinicius Fonseca de Freitas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143000" y="530352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B1B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testamos e como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188720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CLASSE E MÉTODOS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408176"/>
            <a:ext cx="3931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Controllers.salvarLancheCliente + DAO.DaoLanche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processRequest · salvar, salvarCliente, vincularIngrediente, pesquisaPorNome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2194560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 NÃO É CRUD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2414016"/>
            <a:ext cx="3931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DaoLanche é CRUD. A regra está no servlet: preço = soma de (valor de venda x quantidade) dos ingredientes, lanche gravado inativo e vínculo de cada ingrediente.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3429000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ESTRATÉGIA UNITÁRIA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3648456"/>
            <a:ext cx="3931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DAOs mockados com um 'estoque' em memória; o preço esperado é calculado à mão no teste.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663440" y="1188720"/>
            <a:ext cx="4023360" cy="3291840"/>
          </a:xfrm>
          <a:prstGeom prst="roundRect">
            <a:avLst>
              <a:gd name="adj" fmla="val 2222"/>
            </a:avLst>
          </a:prstGeom>
          <a:solidFill>
            <a:srgbClr val="2B1B17"/>
          </a:solidFill>
          <a:ln w="12700">
            <a:solidFill>
              <a:srgbClr val="2B1B17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846320" y="132588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F2A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SalvarLancheClienteTest — DEF-01 (suíte -Pdefeitos)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4846320" y="1600200"/>
            <a:ext cx="36576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enviar(LANCHE_DA_CASA); // 3 ingredientes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verify(lancheDao, times(3))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.vincularIngrediente(eq(lancheGravado), any());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Wanted 3 times, but was 0: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o Iterator ja foi consumido no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calculo do preco</a:t>
            </a:r>
            <a:endParaRPr lang="en-US" sz="95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475488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DaoLancheTest · SalvarLancheClienteTest · issues #4, #9 e #17 · DEF-01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548640" cy="548640"/>
          </a:xfrm>
          <a:prstGeom prst="ellipse">
            <a:avLst/>
          </a:prstGeom>
          <a:solidFill>
            <a:srgbClr val="F2A900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200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143000" y="301752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CARDÁPIO E MONTAGEM DE LANCHES  ·  Vinicius Fonseca de Freitas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143000" y="530352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B1B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Resultados e o que encontramos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23444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2E7D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22</a:t>
            </a:r>
            <a:endParaRPr lang="en-US" sz="40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892808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testes unitários passando (suíte padrão)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237744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2B1B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9/14</a:t>
            </a:r>
            <a:endParaRPr lang="en-US" sz="40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3035808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ramos cobertos na classe principal (JaCoCo)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352044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C835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4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4178808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teste(s) vermelho(s) na suíte de defeitos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2743200" y="1188720"/>
            <a:ext cx="2834640" cy="3383280"/>
          </a:xfrm>
          <a:prstGeom prst="roundRect">
            <a:avLst>
              <a:gd name="adj" fmla="val 2581"/>
            </a:avLst>
          </a:prstGeom>
          <a:solidFill>
            <a:srgbClr val="F6F1EE"/>
          </a:solidFill>
          <a:ln w="12700">
            <a:solidFill>
              <a:srgbClr val="F6F1EE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926080" y="1371600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CENÁRIO MANUAL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2926080" y="1591056"/>
            <a:ext cx="2468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CT-04 — Montagem de lanche customizado.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2926080" y="2743200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SITUAÇÃO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2926080" y="2962656"/>
            <a:ext cx="24688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Executado em 20/09 por Vinicius Fonseca: passo 'Adicionar' FALHOU (nada acontece) e 'Cancelar' FALHOU. Issue #17 aberta.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852160" y="1188720"/>
            <a:ext cx="2834640" cy="3383280"/>
          </a:xfrm>
          <a:prstGeom prst="roundRect">
            <a:avLst>
              <a:gd name="adj" fmla="val 2581"/>
            </a:avLst>
          </a:prstGeom>
          <a:solidFill>
            <a:srgbClr val="2B1B17"/>
          </a:solidFill>
          <a:ln w="12700">
            <a:solidFill>
              <a:srgbClr val="2B1B17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035040" y="1371600"/>
            <a:ext cx="2468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2A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DEFEITO DEF-01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6035040" y="1691640"/>
            <a:ext cx="24688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suspeita de 'ingredientes não salvos' não está no DaoLanche (o INSERT é executado). Está no servlet: o mesmo Iterator é usado em dois laços, e o segundo nunca roda.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457200" y="475488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testes de integração nesta entrega  ·  DaoLancheTest · SalvarLancheClienteTest · issues #4, #9 e #17 · DEF-01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548640" cy="548640"/>
          </a:xfrm>
          <a:prstGeom prst="ellipse">
            <a:avLst/>
          </a:prstGeom>
          <a:solidFill>
            <a:srgbClr val="F2A900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200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143000" y="301752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INSUMOS E ESTOQUE  ·  Integrante 5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143000" y="530352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B1B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testamos e como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188720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CLASSE E MÉTODOS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408176"/>
            <a:ext cx="3931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DAO.DaoIngrediente + Controllers.salvarIngrediente / alterarIngrediente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salvar, alterar, remover, listarTodosPorLanche, pesquisaPorNome · processRequest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2194560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CRUD? LACUNA REGISTRADA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2414016"/>
            <a:ext cx="3931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Lacuna assumida: DaoIngrediente é CRUD e o sistema não tem regra de estoque (não há baixa na compra). Melhor alternativa: os servlets, que autorizam o funcionário e interpretam o JSON.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3429000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ESTRATÉGIA UNITÁRIA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3648456"/>
            <a:ext cx="3931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Connection injetada; um caso feliz e um de falha por operação. Nos servlets: autorizado, não autorizado, quantidade inválida, valores negativos.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663440" y="1188720"/>
            <a:ext cx="4023360" cy="3291840"/>
          </a:xfrm>
          <a:prstGeom prst="roundRect">
            <a:avLst>
              <a:gd name="adj" fmla="val 2222"/>
            </a:avLst>
          </a:prstGeom>
          <a:solidFill>
            <a:srgbClr val="2B1B17"/>
          </a:solidFill>
          <a:ln w="12700">
            <a:solidFill>
              <a:srgbClr val="2B1B17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846320" y="132588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F2A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IngredienteControllersTest — acesso ao painel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4846320" y="1600200"/>
            <a:ext cx="36576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when(validadorCookie.validarFuncionario(any()))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.thenReturn(false);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cadastroDeInsumo.processRequest(request, response);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assertEquals("erro", resposta.toString().trim());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verifyNoInteractions(ingredienteDao);</a:t>
            </a:r>
            <a:endParaRPr lang="en-US" sz="95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475488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DaoIngredienteTest · IngredienteControllersTest · issues #5 e #10 · DEF-07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548640" cy="548640"/>
          </a:xfrm>
          <a:prstGeom prst="ellipse">
            <a:avLst/>
          </a:prstGeom>
          <a:solidFill>
            <a:srgbClr val="F2A900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200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143000" y="301752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INSUMOS E ESTOQUE  ·  Integrante 5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143000" y="530352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B1B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Resultados e o que encontramos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23444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2E7D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</a:t>
            </a:r>
            <a:endParaRPr lang="en-US" sz="40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892808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testes unitários passando (suíte padrão)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237744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2B1B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6/6</a:t>
            </a:r>
            <a:endParaRPr lang="en-US" sz="40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3035808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ramos cobertos na classe principal (JaCoCo)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352044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C835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4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4178808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teste(s) vermelho(s) na suíte de defeitos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2743200" y="1188720"/>
            <a:ext cx="2834640" cy="3383280"/>
          </a:xfrm>
          <a:prstGeom prst="roundRect">
            <a:avLst>
              <a:gd name="adj" fmla="val 2581"/>
            </a:avLst>
          </a:prstGeom>
          <a:solidFill>
            <a:srgbClr val="F6F1EE"/>
          </a:solidFill>
          <a:ln w="12700">
            <a:solidFill>
              <a:srgbClr val="F6F1EE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926080" y="1371600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CENÁRIO MANUAL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2926080" y="1591056"/>
            <a:ext cx="2468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CT-05 — Gestão de insumos e atualização de estoque (inclui entradas negativas).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2926080" y="2743200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SITUAÇÃO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2926080" y="2962656"/>
            <a:ext cx="24688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Issue #10 aberta: execução manual pendente.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852160" y="1188720"/>
            <a:ext cx="2834640" cy="3383280"/>
          </a:xfrm>
          <a:prstGeom prst="roundRect">
            <a:avLst>
              <a:gd name="adj" fmla="val 2581"/>
            </a:avLst>
          </a:prstGeom>
          <a:solidFill>
            <a:srgbClr val="2B1B17"/>
          </a:solidFill>
          <a:ln w="12700">
            <a:solidFill>
              <a:srgbClr val="2B1B17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035040" y="1371600"/>
            <a:ext cx="2468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2A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DEFEITO DEF-07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6035040" y="1691640"/>
            <a:ext cx="24688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Quantidade -5 e valores negativos são aceitos: 'Ingrediente Salvo!'. Não há validação no servlet nem CHECK no banco. Não assumimos regra de 'venda maior que compra'.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457200" y="475488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testes de integração nesta entrega  ·  DaoIngredienteTest · IngredienteControllersTest · issues #5 e #10 · DEF-07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2B1B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Encerramento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43000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F2A9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115</a:t>
            </a:r>
            <a:endParaRPr lang="en-US" sz="4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87452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8DF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testes unitários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8DF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falhas (mvn clean test)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3291840" y="1143000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C835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4800" dirty="0"/>
          </a:p>
        </p:txBody>
      </p:sp>
      <p:sp>
        <p:nvSpPr>
          <p:cNvPr id="6" name="Text 4"/>
          <p:cNvSpPr txBox="1"/>
          <p:nvPr/>
        </p:nvSpPr>
        <p:spPr>
          <a:xfrm>
            <a:off x="3291840" y="187452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8DF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testes vermelhos na suíte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8DF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-Pdefeitos, um por defeito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6035040" y="1143000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4800" dirty="0"/>
          </a:p>
        </p:txBody>
      </p:sp>
      <p:sp>
        <p:nvSpPr>
          <p:cNvPr id="8" name="Text 6"/>
          <p:cNvSpPr txBox="1"/>
          <p:nvPr/>
        </p:nvSpPr>
        <p:spPr>
          <a:xfrm>
            <a:off x="6035040" y="187452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8DF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defeitos documentados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8DF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DEF-01 a 05 e DEF-07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2743200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2A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PENDÊNCIAS E LIMITES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3017520"/>
            <a:ext cx="80467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Testes manuais CT-03 e CT-05 ainda não executados; CT-04 executado com falha (issue #17).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Área 5 sem classe não CRUD de complexidade razoável: o sistema não tem regra de estoque.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Nenhum defeito foi corrigido: o objetivo foi encontrar, reproduzir e registrar.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Cobertura mede o que foi exercitado, não ausência de defeitos.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4709160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B9AB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Maven 3.8.4 · OpenJDK 1.8.0_322 · JUnit 5.8.2 · Mockito 4.6.1 · JaCoCo 0.8.11 · execução de 21/09/2026 · docs/entrega-1/README.md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Code Burguer's - Entrega 1</dc:title>
  <dc:subject>PptxGenJS Presentation</dc:subject>
  <dc:creator>PptxGenJS</dc:creator>
  <cp:lastModifiedBy>PptxGenJS</cp:lastModifiedBy>
  <cp:revision>1</cp:revision>
  <dcterms:created xsi:type="dcterms:W3CDTF">2026-09-21T20:22:06Z</dcterms:created>
  <dcterms:modified xsi:type="dcterms:W3CDTF">2026-09-21T20:22:06Z</dcterms:modified>
</cp:coreProperties>
</file>