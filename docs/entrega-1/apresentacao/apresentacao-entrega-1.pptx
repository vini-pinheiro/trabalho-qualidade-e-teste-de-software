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CT-01. À esquerda o cabeçalho do documento, com quem executou e o ambiente. À direita uma tela do sistema tirada durante a execução. Resultado: 8 passos passaram e 0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CT-02. À esquerda o cabeçalho do documento, com quem executou e o ambiente. À direita uma tela do sistema tirada durante a execução. Resultado: 6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CT-03. À esquerda o cabeçalho do documento, com quem executou e o ambiente. À direita uma tela do sistema tirada durante a execução. Resultado: 2 passos passaram e 5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CT-04. À esquerda o cabeçalho do documento, com quem executou e o ambiente. À direita uma tela do sistema tirada durante a execução. Resultado: 2 passos passaram e 2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Evidência do CT-05. À esquerda o cabeçalho do documento, com quem executou e o ambiente. À direita uma tela do sistema tirada durante a execução. Resultado: 5 passos passaram e 3 falharam.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1" TargetMode="External"/><Relationship Id="rId2" Type="http://schemas.openxmlformats.org/officeDocument/2006/relationships/hyperlink" Target="https://github.com/vini-pinheiro/trabalho-qualidade-e-teste-de-software/issues/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6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" TargetMode="External"/><Relationship Id="rId2" Type="http://schemas.openxmlformats.org/officeDocument/2006/relationships/hyperlink" Target="https://github.com/vini-pinheiro/trabalho-qualidade-e-teste-de-software/issues/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1" TargetMode="External"/><Relationship Id="rId2" Type="http://schemas.openxmlformats.org/officeDocument/2006/relationships/hyperlink" Target="https://github.com/vini-pinheiro/trabalho-qualidade-e-teste-de-software/issues/22" TargetMode="External"/><Relationship Id="rId3" Type="http://schemas.openxmlformats.org/officeDocument/2006/relationships/hyperlink" Target="https://github.com/vini-pinheiro/trabalho-qualidade-e-teste-de-software/issues/2" TargetMode="External"/><Relationship Id="rId4" Type="http://schemas.openxmlformats.org/officeDocument/2006/relationships/hyperlink" Target="https://github.com/vini-pinheiro/trabalho-qualidade-e-teste-de-software/issues/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7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3" TargetMode="External"/><Relationship Id="rId2" Type="http://schemas.openxmlformats.org/officeDocument/2006/relationships/hyperlink" Target="https://github.com/vini-pinheiro/trabalho-qualidade-e-teste-de-software/issues/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4" TargetMode="External"/><Relationship Id="rId2" Type="http://schemas.openxmlformats.org/officeDocument/2006/relationships/hyperlink" Target="https://github.com/vini-pinheiro/trabalho-qualidade-e-teste-de-software/issues/23" TargetMode="External"/><Relationship Id="rId3" Type="http://schemas.openxmlformats.org/officeDocument/2006/relationships/hyperlink" Target="https://github.com/vini-pinheiro/trabalho-qualidade-e-teste-de-software/issues/3" TargetMode="External"/><Relationship Id="rId4" Type="http://schemas.openxmlformats.org/officeDocument/2006/relationships/hyperlink" Target="https://github.com/vini-pinheiro/trabalho-qualidade-e-teste-de-software/issues/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8" TargetMode="External"/><Relationship Id="rId4" Type="http://schemas.openxmlformats.org/officeDocument/2006/relationships/hyperlink" Target="https://github.com/vini-pinheiro/trabalho-qualidade-e-teste-de-software/issues/24" TargetMode="External"/><Relationship Id="rId5" Type="http://schemas.openxmlformats.org/officeDocument/2006/relationships/hyperlink" Target="https://github.com/vini-pinheiro/trabalho-qualidade-e-teste-de-software/issues/23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4" TargetMode="External"/><Relationship Id="rId2" Type="http://schemas.openxmlformats.org/officeDocument/2006/relationships/hyperlink" Target="https://github.com/vini-pinheiro/trabalho-qualidade-e-teste-de-software/issues/9" TargetMode="External"/><Relationship Id="rId3" Type="http://schemas.openxmlformats.org/officeDocument/2006/relationships/hyperlink" Target="https://github.com/vini-pinheiro/trabalho-qualidade-e-teste-de-software/issues/17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0" TargetMode="External"/><Relationship Id="rId2" Type="http://schemas.openxmlformats.org/officeDocument/2006/relationships/hyperlink" Target="https://github.com/vini-pinheiro/trabalho-qualidade-e-teste-de-software/issues/4" TargetMode="External"/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9" TargetMode="External"/><Relationship Id="rId4" Type="http://schemas.openxmlformats.org/officeDocument/2006/relationships/hyperlink" Target="https://github.com/vini-pinheiro/trabalho-qualidade-e-teste-de-software/issues/17" TargetMode="External"/><Relationship Id="rId5" Type="http://schemas.openxmlformats.org/officeDocument/2006/relationships/hyperlink" Target="https://github.com/vini-pinheiro/trabalho-qualidade-e-teste-de-software/issues/20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5" TargetMode="External"/><Relationship Id="rId2" Type="http://schemas.openxmlformats.org/officeDocument/2006/relationships/hyperlink" Target="https://github.com/vini-pinheiro/trabalho-qualidade-e-teste-de-software/issues/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/issues/25" TargetMode="External"/><Relationship Id="rId2" Type="http://schemas.openxmlformats.org/officeDocument/2006/relationships/hyperlink" Target="https://github.com/vini-pinheiro/trabalho-qualidade-e-teste-de-software/issues/5" TargetMode="External"/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/issues/10" TargetMode="External"/><Relationship Id="rId4" Type="http://schemas.openxmlformats.org/officeDocument/2006/relationships/hyperlink" Target="https://github.com/vini-pinheiro/trabalho-qualidade-e-teste-de-software/issues/25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ni-pinheiro/trabalho-qualidade-e-teste-de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ni-pinheiro/trabalho-qualidade-e-teste-de-software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ni-pinheiro/trabalho-qualidade-e-teste-de-software/issues" TargetMode="External"/><Relationship Id="rId3" Type="http://schemas.openxmlformats.org/officeDocument/2006/relationships/hyperlink" Target="https://github.com/vini-pinheiro/trabalho-qualidade-e-teste-de-software/issues/20" TargetMode="External"/><Relationship Id="rId4" Type="http://schemas.openxmlformats.org/officeDocument/2006/relationships/hyperlink" Target="https://github.com/vini-pinheiro/trabalho-qualidade-e-teste-de-software/issues/21" TargetMode="External"/><Relationship Id="rId5" Type="http://schemas.openxmlformats.org/officeDocument/2006/relationships/hyperlink" Target="https://github.com/vini-pinheiro/trabalho-qualidade-e-teste-de-software/issues/22" TargetMode="External"/><Relationship Id="rId6" Type="http://schemas.openxmlformats.org/officeDocument/2006/relationships/hyperlink" Target="https://github.com/vini-pinheiro/trabalho-qualidade-e-teste-de-software/issues/23" TargetMode="External"/><Relationship Id="rId7" Type="http://schemas.openxmlformats.org/officeDocument/2006/relationships/hyperlink" Target="https://github.com/vini-pinheiro/trabalho-qualidade-e-teste-de-software/issues/24" TargetMode="External"/><Relationship Id="rId8" Type="http://schemas.openxmlformats.org/officeDocument/2006/relationships/hyperlink" Target="https://github.com/vini-pinheiro/trabalho-qualidade-e-teste-de-software/issues/25" TargetMode="External"/><Relationship Id="rId9" Type="http://schemas.openxmlformats.org/officeDocument/2006/relationships/hyperlink" Target="https://github.com/vini-pinheiro/trabalho-qualidade-e-teste-de-software/issues/17" TargetMode="External"/><Relationship Id="rId10" Type="http://schemas.openxmlformats.org/officeDocument/2006/relationships/hyperlink" Target="https://github.com/vini-pinheiro/trabalho-qualidade-e-teste-de-software/issues/1" TargetMode="External"/><Relationship Id="rId11" Type="http://schemas.openxmlformats.org/officeDocument/2006/relationships/hyperlink" Target="https://github.com/vini-pinheiro/trabalho-qualidade-e-teste-de-software/issues/5" TargetMode="External"/><Relationship Id="rId12" Type="http://schemas.openxmlformats.org/officeDocument/2006/relationships/hyperlink" Target="https://github.com/vini-pinheiro/trabalho-qualidade-e-teste-de-software/issues/6" TargetMode="External"/><Relationship Id="rId13" Type="http://schemas.openxmlformats.org/officeDocument/2006/relationships/hyperlink" Target="https://github.com/vini-pinheiro/trabalho-qualidade-e-teste-de-software/issues/10" TargetMode="External"/><Relationship Id="rId1" Type="http://schemas.openxmlformats.org/officeDocument/2006/relationships/image" Target="../media/image-19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TESTES E DOCUMENTAÇÃO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015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CT-01 — Autenticação e sessão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 ·  executado em 21/09  ·  8 passos PASSOU, 0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883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ativa: nome e endereço carregados a partir do cookie de login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passos passaram. Fica a observação: o token não expira no servidor.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CT-02 — Carrinho e finalização de compra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Rocha Pinheiro  ·  executado em 21/09  ·  6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8254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pedido mostrando R$ 36,00 na tela; o banco gravou R$ 18,00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com bebida devolveu HTTP 500 e o carrinho vazio gravou pedido de R$ 0,00.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#3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CT-03 — Cadastro de cliente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Ferreira  ·  executado em 21/09  ·  2 passos PASSOU, 5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969573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cadastrado como "José Conceição" aparece corrompido na tela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vazios aceitos, usuário duplicado aceito e acentuação corrompida.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#8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#4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CT-04 — Montagem de lanche personalizado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Vinicius Fonseca  ·  executado em 20/09  ·  2 passos PASSOU, 2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1201530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186067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de montagem: escolha do pão e dos ingredientes, com o preço somado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Adicionar não responde e Cancelar devolve tela branca.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#9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defeitos: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</a:t>
            </a:r>
            <a:pPr indent="0" marL="0">
              <a:buNone/>
            </a:pPr>
            <a:r>
              <a:rPr lang="en-US" sz="950" b="1" u="sng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8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TESTE MANUAL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— Gestão de insumos e estoque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Paixão  ·  executado em 21/09  ·  5 passos PASSOU, 3 FALHOU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3886200" cy="2006635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tela-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28978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617720" y="3566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estoque: insumos com quantidade, preço de compra e de venda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negativa aceita no cadastro e na alteração; remoção de insumo em uso dá HTTP 500.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defeito: </a:t>
            </a:r>
            <a:pPr indent="0" marL="0">
              <a:buNone/>
            </a:pPr>
            <a:r>
              <a:rPr lang="en-US" sz="110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50799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 </a:t>
            </a:r>
            <a:pPr indent="0" marL="0">
              <a:buNone/>
            </a:pPr>
            <a:r>
              <a:rPr lang="en-US" sz="1100" b="1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Repositório do trabalh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github.com/vini-pinheiro/trabalho-qualidade-e-teste-de-software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25880"/>
            <a:ext cx="4114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4015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NO GITHUB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602736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github.com/vini-pinheiro/</a:t>
            </a:r>
            <a:endParaRPr lang="en-US" sz="1100" dirty="0"/>
          </a:p>
          <a:p>
            <a:pPr indent="0" marL="0">
              <a:buNone/>
            </a:pPr>
            <a:r>
              <a:rPr lang="en-US" sz="1100" b="1" u="sng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Todas as issu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trabalho-qualidade-e-teste-de-software/issues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07822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Issue #2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#20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Issue #2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Issue #2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#22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Issue #2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#23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Issue #2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#24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Issue #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#25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Issue #17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#17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342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Issue #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Issue #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#5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Casos manuais: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Issue #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#6</a:t>
            </a:r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buNone/>
            </a:pPr>
            <a:r>
              <a:rPr lang="en-US" sz="1150" u="sng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Issue #1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#10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608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2026-09-21T21:42:38Z</dcterms:created>
  <dcterms:modified xsi:type="dcterms:W3CDTF">2026-09-21T21:42:38Z</dcterms:modified>
</cp:coreProperties>
</file>