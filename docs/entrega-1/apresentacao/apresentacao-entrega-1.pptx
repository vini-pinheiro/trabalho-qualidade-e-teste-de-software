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noite, pessoal.
A gente é o grupo do Code Burguer's.
É um sistema de lanchonete online, feito em Java, com Servlet e JDBC.
[PAUSA]
Só que não fomos nós que escrevemos esse sistema.
Ele veio pronto, de um projeto antigo.
O nosso trabalho foi outro: testar ele.
E achar o que está quebrado.
[PAUSA]
A gente dividiu em cinco áreas, uma pra cada um.
Cada pessoa tem dois slides:
o que testou, e o que encontrou.
Adianto que encontramos bastante coisa.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 parte é login e sessão.
A classe chama ValidadorCookie.
[PAUSA]
O que ela faz dá pra explicar em uma frase:
chega uma requisição, ela olha os cookies,
procura o cookie chamado token,
e pergunta pro banco se aquele token existe.
[PAUSA]
Por que ela não é CRUD?
Porque ela não salva e não lê tabela nenhuma.
Ela decide. Ela olha o nome do cookie e escolhe o caminho.
[PAUSA]
Nos testes o banco é falso, a gente usa Mockito.
Então roda em menos de um segundo, sem subir nada.
[PAUSA]
E não testamos só o caminho feliz.
Testamos requisição sem cookie nenhum,
token de cliente tentando entrar como funcionário,
e esse aí do slide: cookie repetido.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 testes passando.
E os 22 ramos da classe cobertos.
Ou seja: todo if e todo else foi executado pelo menos uma vez.
[PAUSA]
Agora a parte interessante.
A gente foi procurar onde o token expira.
[PAUSA]
E descobriu que ele não expira.
[PAUSA]
No servidor, a tabela guarda só o texto do token. Nada mais.
Quem expira é o cookie no navegador, em 30 minutos.
Só que se alguém copiar aquele token, ele funciona pra sempre.
[PAUSA]
A gente não inventou uma regra que não existe.
Registrou como observação de segurança, e está no slide.
[PAUSA]
E o teste manual já rodou: oito passos, todos passaram.
Login, logout e bloqueio de página restrita funcionam.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 parte é o carrinho e o fechamento do pedido.
A classe é o servlet comprar.
[PAUSA]
Ele tem regra de verdade:
valida o cookie, lê o JSON que o carrinho manda,
separa o que é lanche e o que é bebida,
soma o total, e grava o pedido com os itens.
[PAUSA]
O detalhe importante do meu teste é esse:
eu não acredito na mensagem que o sistema responde.
[PAUSA]
Eu pego o Pedido que ele manda pro banco e abro pra conferir.
O total, o cliente, a quantidade de cada item.
[PAUSA]
Porque dá pra um teste passar só olhando
a mensagem Pedido salvo com sucesso,
e o pedido estar todo errado por 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 testes passando.
E dois vermelhos de propósito. Já explico o porquê.
[PAUSA]
Põe no carrinho dois lanches de quinze reais
e um refrigerante de cinco.
A tela mostra trinta e cinco.
[PAUSA]
O que o sistema grava no banco? Vinte.
[PAUSA]
Ele soma o preço uma vez por item e ignora a quantidade.
Na prática: quanto mais você compra, mais barato fica.
Essa é a issue vinte e um.
[PAUSA]
E tem outra, a vinte e dois, que é pior.
O id do cliente vem do JSON que o navegador manda.
O sistema nunca compara com o cookie de quem está logado.
[PAUSA]
Então eu, logado na minha conta,
consigo fazer um pedido no nome de qualquer um de vocês.
[PAUSA]
E o teste manual achou mais duas.
Finalizar a compra com bebida no carrinho devolve erro 500.
E carrinho vazio grava um pedido de zero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 parte é o cadastro e o login do cliente.
São três classes: o DaoCliente, o servlet de cadastro e o EncryptadorMD5.
[PAUSA]
O DaoCliente é um DAO, então tem bastante CRUD nele.
Mas o método login tem uma decisão de verdade:
só entra se o hash da senha bater
e se o cliente estiver ativo.
[PAUSA]
Uma coisa que a gente mudou e que vale comentar:
o teste que já existia usava Objenesis e reflexão
pra conseguir enfiar um banco falso dentro da classe.
Funcionava, mas ninguém entendia ao ler.
[PAUSA]
A gente trocou por um construtor normal, que recebe a conexão.
Ficou bem mais simples.
[PAUSA]
E o hash esperado a gente não tirou do próprio sistema.
Se o sistema estiver errado, o teste erraria junto.
Pegamos da tabela oficial do MD5.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 testes passando.
E aqui aparecem dois problemas.
[PAUSA]
O primeiro: o cadastro aceita campo vazio.
Nome vazio, usuário vazio, senha vazia.
O servidor grava e responde Usuário cadastrado.
[PAUSA]
Aí vocês perguntam: mas a tela não valida?
Não valida.
[PAUSA]
Tem um if no JavaScript escrito errado,
que nunca é verdadeiro.
Então aquele alerta de campo obrigatório nunca aparece.
Essa é a issue vinte e quatro.
[PAUSA]
O segundo é a busca por usuário.
Ela monta o SQL colando texto.
[PAUSA]
Então se a pessoa se chama O'Brien, com apóstrofo, o login quebra.
E se ela for esperta, digita SQL no campo de usuário
e o banco executa.
Issue vinte e três.
[PAUSA]
No teste manual apareceram mais duas.
Dá pra cadastrar duas pessoas com o mesmo usuário,
e quem entra no login é a última.
E nome com acento grava corrompido no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 parte é a montagem do lanche personalizado.
Aquela tela onde o cliente escolhe pão, carne, queijo, bacon.
[PAUSA]
O DaoLanche é CRUD puro,
então a regra que eu testei está no servlet.
[PAUSA]
Ele faz três coisas:
calcula o preço somando ingrediente por ingrediente,
salva o lanche como inativo, porque não é do cardápio,
e liga cada ingrediente ao lanche.
[PAUSA]
No teste eu faço a conta na mão:
dois queijos, três bacons e um pão dá dezoito e cinquenta.
[PAUSA]
Se eu deixasse o teste usar a conta do próprio código,
o código poderia mudar e o teste mudaria junto, sem reclamar.
Fazendo na mão, ele reclama.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é o meu favorito.
[PAUSA]
A gente já desconfiava que os ingredientes não estavam sendo salvos.
E a suspeita era do DaoLanche.
[PAUSA]
Fomos olhar: o DaoLanche está certo.
Ele executa o INSERT normalmente.
[PAUSA]
O problema está no servlet.
Tem dois laços lá, um embaixo do outro, usando o mesmo Iterator.
[PAUSA]
O primeiro laço, o do preço, consome tudo.
Quando chega no segundo, o que liga os ingredientes,
não sobrou nada. Ele simplesmente não roda.
[PAUSA]
O teste esperava três ingredientes ligados ao lanche.
Recebeu zero.
[PAUSA]
E olha que interessante: isso bate com o teste manual.
Dia vinte eu montei um lanche na mão,
cliquei em Adicionar, e não aconteceu nada.
Virou a issue dezessete.
Agora a gente sabe o motivo, que é a issue vinte.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Minha parte é estoque e insumos.
E eu vou ser honesto com vocês sobre uma coisa.
[PAUSA]
O requisito pedia uma classe que não fosse CRUD,
com uma complexidade razoável.
Na minha área, essa classe não existe.
[PAUSA]
O DaoIngrediente é CRUD do começo ao fim.
E o sistema não tem regra de estoque nenhuma:
quando alguém compra, o estoque não baixa.
[PAUSA]
Então a gente fez duas coisas.
Cobriu o DAO, que era o que a issue cinco pedia.
E pegou como classe não CRUD os servlets do painel,
que pelo menos decidem quem pode entrar e quem não pode.
[PAUSA]
Essa é a limitação do nosso trabalho, e ela está escrita no slide.
A gente preferiu deixar visível
a inventar uma classe só pra fechar cinco nomes.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 testes passando.
[PAUSA]
O defeito daqui: o painel aceita número negativo.
[PAUSA]
Cadastra um insumo com quantidade menos cinco, ele aceita.
Preço de compra negativo, aceita também.
E responde Ingrediente salvo.
[PAUSA]
Não tem validação no servlet,
e o banco também não tem restrição nenhuma.
Issue vinte e cinco.
[PAUSA]
E tem uma coisa que a gente decidiu não fazer.
[PAUSA]
Não escrevemos teste dizendo
que preço de venda tem que ser maior que o de compra.
Parece óbvio, mas não existe nada no sistema que diga isso.
A gente testa o que está escrito, não o que a gente acha.
[PAUSA]
No manual apareceu mais uma:
remover um insumo que está sendo usado num lanche
devolve um erro 500 na cara do usuário.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Fechando.
[PAUSA]
115 testes rodando, todos passando.
[PAUSA]
Mais cinco testes que ficam vermelhos de propósito.
Eles descrevem como deveria funcionar,
e falham enquanto o defeito existir.
[PAUSA]
E onze defeitos no total: seis já viraram issue, da vinte até a vinte e cinco.
[PAUSA]
O que ficou faltando, e a gente não vai esconder:
cinco achados dos testes manuais ainda não viraram issue.
E a área de estoque ficou sem classe de regra de negócio,
como eu mostrei ali atrás.
E a gente não corrigiu nenhum defeito,
porque o objetivo dessa entrega era encontrar e registrar.
[PAUSA]
Uma última coisa, porque é fácil confundir:
cobertura alta não quer dizer que não tem defeito.
Quer dizer só que aquele trecho foi executado.
[PAUSA]
Tanto é que a gente tem cobertura alta e seis defeitos.
[PAUSA]
É isso. Obrigado, e a gente está aberto pra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822960"/>
            <a:ext cx="3474720" cy="34747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Shape 1"/>
          <p:cNvSpPr/>
          <p:nvPr/>
        </p:nvSpPr>
        <p:spPr>
          <a:xfrm>
            <a:off x="7223760" y="1554480"/>
            <a:ext cx="2011680" cy="2011680"/>
          </a:xfrm>
          <a:prstGeom prst="ellipse">
            <a:avLst/>
          </a:prstGeom>
          <a:solidFill>
            <a:srgbClr val="C8352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TESTE DE SOFTWARE  ·  ENTREGA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Burguer's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teste, testes unitários e testes manuais de uma lanchonete online em Java (Servlets + JDBC + PostgreSQL)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Yuri Mascarenhas · Vinicius Rocha Pinheiro · Thiago Ferreira · Vinicius Fonseca de Freitas · Felipe Paixão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SESSÃO  ·  Yuri Mascarenhas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testamos e como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 MÉTODOS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081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Helpers.ValidadorCookie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validar, validarFuncionario, deletar, getCookieIdCliente/Funcionario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94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É CRUD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1401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acessa tabela nem é entidade: percorre os cookies, decide pelo nome (token x tokenFuncionario) e delega ao DaoToken.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UNITÁRIA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4845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DaoToken mockado. Partições: sem cookies, nome trocado, token válido/inválido, duplicado, valor malformado, falha do DAO.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ValidadorCookieLimitesTest — cookie duplicado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Cookie[] cookies =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Cookie("token", "7-valido"),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Cookie("token", "7-invalido") };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assertFalse(validador.validar(cookies));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validar() fica com o ULTIMO cookie,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getCookieIdCliente() com o PRIMEIRO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ValidadorCookieTest · ValidadorCookieLimitesTest · issues #1 e #6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SESSÃO  ·  Yuri Mascarenhas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o que encontramos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92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passando (suíte padrão)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 cobertos na classe principal (JaCoCo)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20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78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teste(s) vermelho(s) na suíte de defeitos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F6F1EE"/>
          </a:solidFill>
          <a:ln w="12700">
            <a:solidFill>
              <a:srgbClr val="F6F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MANUAL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15910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CT-01 — Autenticação de usuário e validação de cookie (login, logout, página restrita).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651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871216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em 21/09 por Yuri Mascarenhas: 8 passos, todos PASSOU. Login, logout e bloqueio de página restrita funcionam. Issue #6 fechada.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 DE SEGURANÇA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Yuri Mascarenhas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2402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expiração de token no servidor: tb_tokens guarda só o texto. O único prazo é o MaxAge de 30 min do cookie no navegador.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testes de integração nesta entrega  ·  ValidadorCookieTest · ValidadorCookieLimitesTest · issues #1 e #6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E PEDIDOS  ·  Vinicius Rocha Pinheiro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testamos e como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 MÉTODOS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081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Controllers.comprar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processRequest (doGet/doPost)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94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É CRUD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1401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com regra de negócio: valida o cookie, interpreta o JSON do carrinho, separa lanches e bebidas, soma o total e vincula os itens.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UNITÁRIA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4845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e 4 DAOs mockados; ArgumentCaptor confere o Pedido enviado ao DAO (total, cliente, quantidades), não só a mensagem.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ComprarRegrasTest — DEF-02 (suíte -Pdefeitos)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carrinho: 2 x X-Burger + 1 x Refrigerante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esperado = 2 * 15.00 + 1 * 5.00;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enviar("{...\"X-Burger\": [\"15.00\",\"lanche\",2]...}");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assertEquals(esperado,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pedidoEnviadoAoDao().getValor_total(), 0.001);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expected: &lt;35.0&gt; but was: &lt;20.0&gt;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ComprarTest · ComprarRegrasTest · issues #2 e #7 · DEF-02, DEF-03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 E PEDIDOS  ·  Vinicius Rocha Pinheiro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o que encontramos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92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passando (suíte padrão)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15/16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 cobertos na classe principal (JaCoCo)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20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78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teste(s) vermelho(s) na suíte de defeitos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F6F1EE"/>
          </a:solidFill>
          <a:ln w="12700">
            <a:solidFill>
              <a:srgbClr val="F6F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MANUAL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15910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CT-02 — Adição de itens e finalização de compra.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651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871216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em 21/09 por Vinicius Rocha Pinheiro: 6 PASSOU, 3 FALHOU. Finalizar com bebida devolveu HTTP 500. Issue #7 fechada.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#21 E #22 · DEF-02 E DEF-03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Vinicius Rocha Pinheiro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2402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ignora a quantidade: 36,00 na tela, 18,00 gravado. O cliente vem do id do JSON, sem conferir o cookie. E o manual achou mais: finalizar com bebida dá HTTP 500, e carrinho vazio grava pedido de R$ 0,00.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testes de integração nesta entrega  ·  ComprarTest · ComprarRegrasTest · issues #2 e #7 · DEF-02, DEF-03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CLIENTES  ·  Thiago Ferreira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testamos e como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 MÉTODOS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081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DAO.DaoCliente + Controllers.cadastro + Helpers.EncryptadorMD5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salvar, pesquisaPorUsuario · processRequest · encryptar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94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É CRUD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1401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decide o acesso (hash MD5 igual E cliente ativo); salvar reaproveita endereço já existente. cadastro e EncryptadorMD5 não são DAO nem entidade.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UNITÁRIA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4845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e DaoEndereco injetados por construtor (sem Objenesis/reflexão). Hash esperado vem da RFC 1321, não do próprio sistema.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DaoClienteTest — cliente inativo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senha correta, mas fg_ativo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bancoRespondeClienteDoLogin(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"carlos.silva", MD5_DE_123456, 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assertFalse(dao.login(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tentativaDeLogin("carlos.silva", "123456")));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DaoClienteTest · CadastroTest · EncryptadorMD5Test · issues #3 e #8 · DEF-04, DEF-05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CLIENTES  ·  Thiago Ferreira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o que encontramos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92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passando (suíte padrão)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13/16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 cobertos na classe principal (JaCoCo)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20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78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teste(s) vermelho(s) na suíte de defeitos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F6F1EE"/>
          </a:solidFill>
          <a:ln w="12700">
            <a:solidFill>
              <a:srgbClr val="F6F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MANUAL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15910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CT-03 — Validações no cadastro de usuário (campos obrigatórios, duplicados).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651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871216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em 21/09 por Thiago Ferreira: 2 PASSOU, 5 FALHOU. Campos vazios, usuário duplicado e nome com acento corrompido. Issue #8.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#24 E #23 · DEF-05 E DEF-04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Thiago Ferreira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2402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nome, usuário e senha vazios: em cadastro.js a condição !field.name == 'complemento' é sempre falsa. Busca por usuário concatena SQL. No manual: usuário duplicado é aceito e quem entra é o último, e nome com acento grava corrompido.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testes de integração nesta entrega  ·  DaoClienteTest · CadastroTest · EncryptadorMD5Test · issues #3 e #8 · DEF-04, DEF-05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E MONTAGEM DE LANCHES  ·  Vinicius Fonseca de Freitas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testamos e como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 MÉTODOS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081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Controllers.salvarLancheCliente + DAO.DaoLanche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processRequest · salvar, salvarCliente, vincularIngrediente, pesquisaPorNome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94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É CRUD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1401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DaoLanche é CRUD. A regra está no servlet: preço = soma de (valor de venda x quantidade) dos ingredientes, lanche gravado inativo e vínculo de cada ingrediente.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UNITÁRIA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4845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DAOs mockados com um 'estoque' em memória; o preço esperado é calculado à mão no teste.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SalvarLancheClienteTest — DEF-01 (suíte -Pdefeitos)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enviar(LANCHE_DA_CASA); // 3 ingredientes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verify(lancheDao, times(3))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.vincularIngrediente(eq(lancheGravado), any());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Wanted 3 times, but was 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 Iterator ja foi consumido 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calculo do preco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DaoLancheTest · SalvarLancheClienteTest · issues #4, #9 e #17 · DEF-01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E MONTAGEM DE LANCHES  ·  Vinicius Fonseca de Freitas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o que encontramos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92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passando (suíte padrão)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9/14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 cobertos na classe principal (JaCoCo)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20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78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teste(s) vermelho(s) na suíte de defeitos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F6F1EE"/>
          </a:solidFill>
          <a:ln w="12700">
            <a:solidFill>
              <a:srgbClr val="F6F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MANUAL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15910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CT-04 — Montagem de lanche customizado.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651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871216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em 20/09 por Vinicius Fonseca: 2 PASSOU, 2 FALHOU. 'Adicionar' não responde e 'Cancelar' dá tela branca. Virou a issue #17; a causa é a #20.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#20 · DEF-01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Vinicius Fonseca de Freitas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2402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suspeita de 'ingredientes não salvos' não está no DaoLanche (o INSERT é executado). Está no servlet: o mesmo Iterator é usado em dois laços, e o segundo nunca roda.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testes de integração nesta entrega  ·  DaoLancheTest · SalvarLancheClienteTest · issues #4, #9 e #17 · DEF-01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E ESTOQUE  ·  Felipe Paixão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testamos e como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 MÉTODOS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408176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DAO.DaoIngrediente + Controllers.salvarIngrediente / alterarIngrediente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salvar, alterar, remover, listarTodosPorLanche, pesquisaPorNome · processRequest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1945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CRUD? LACUNA REGISTRADA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1401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 assumida: DaoIngrediente é CRUD e o sistema não tem regra de estoque (não há baixa na compra). Melhor alternativa: os servlets, que autorizam o funcionário e interpretam o JSON.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429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UNITÁRIA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648456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injetada; um caso feliz e um de falha por operação. Nos servlets: autorizado, não autorizado, quantidade inválida, valores negativos.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325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IngredienteControllersTest — acesso ao painel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when(validadorCookie.validarFuncionario(any()))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.thenReturn(false);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cadastroDeInsumo.processRequest(request, response);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assertEquals("erro", resposta.toString().trim());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verifyNoInteractions(ingredienteDao);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DaoIngredienteTest · IngredienteControllersTest · issues #5 e #10 · DEF-07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30175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INSUMOS E ESTOQUE  ·  Felipe Paixão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5303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 o que encontramos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E7D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892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 passando (suíte padrão)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77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1B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035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ramos cobertos na classe principal (JaCoCo)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520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8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1788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teste(s) vermelho(s) na suíte de defeitos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F6F1EE"/>
          </a:solidFill>
          <a:ln w="12700">
            <a:solidFill>
              <a:srgbClr val="F6F1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MANUAL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1591056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CT-05 — Gestão de insumos e atualização de estoque (inclui entradas negativas).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2651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83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871216"/>
            <a:ext cx="2468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1B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 em 21/09 por Felipe Paixão: 5 PASSOU, 3 FALHOU. Negativo aceito no cadastro e na alteração; remoção de insumo em uso dá HTTP 500. Issue #10.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52160" y="1188720"/>
            <a:ext cx="2834640" cy="3383280"/>
          </a:xfrm>
          <a:prstGeom prst="roundRect">
            <a:avLst>
              <a:gd name="adj" fmla="val 2581"/>
            </a:avLst>
          </a:prstGeom>
          <a:solidFill>
            <a:srgbClr val="2B1B17"/>
          </a:solidFill>
          <a:ln w="12700">
            <a:solidFill>
              <a:srgbClr val="2B1B1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035040" y="1371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#25 · DEF-07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de Felipe Paixão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2402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Quantidade -5 e valores negativos são aceitos, no cadastro e na alteração: não há validação no servlet nem CHECK no banco. Remover insumo usado em lanche devolve HTTP 500 cru. Não assumimos regra de 'venda maior que compra'.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testes de integração nesta entrega  ·  DaoIngredienteTest · IngredienteControllersTest · issues #5 e #10 · DEF-07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Encerramento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unitários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falhas (mvn clean test)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143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C8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vermelhos na suíte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-Pdefeitos, um por defeito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1430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745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defeitos encontrados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 issue aberta (#20 a #25)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PENDÊNCIAS E LIMITES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cinco casos manuais foram executados, um por integrante, com prints anexados: 23 passos PASSOU e 13 FALHOU.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achados dos testes manuais ainda não viraram issue; a área 5 não tem classe não CRUD, porque o sistema não tem regra de estoque.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defeito foi corrigido: o objetivo foi encontrar, reproduzir e registrar.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mede o que foi exercitado, não ausência de defeitos.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0916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9A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3.8.4 · OpenJDK 1.8.0_322 · JUnit 5.8.2 · Mockito 4.6.1 · JaCoCo 0.8.11 · execução de 21/09/2026 · docs/entrega-1/README.md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Burguer's - Entrega 1</dc:title>
  <dc:subject>PptxGenJS Presentation</dc:subject>
  <dc:creator>PptxGenJS</dc:creator>
  <cp:lastModifiedBy>PptxGenJS</cp:lastModifiedBy>
  <cp:revision>1</cp:revision>
  <dcterms:created xsi:type="dcterms:W3CDTF">2026-09-21T20:43:34Z</dcterms:created>
  <dcterms:modified xsi:type="dcterms:W3CDTF">2026-09-21T20:43:34Z</dcterms:modified>
</cp:coreProperties>
</file>