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O sistema é o Code Burguer's, uma lanchonete online em Java com Servlets e JDBC, baseado no projeto APS-04. Dividimos em cinco áreas, uma por integrante: cada um apresenta a classe que testou, a estratégia, o resultado e o que encontrou.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autenticação e sessão. A classe é o ValidadorCookie: ela não é CRUD, só recebe os cookies da requisição, procura o cookie certo pelo nome e pergunta ao DaoToken se o token existe. Nos testes o DaoToken é um mock, então nada depende de banco. Além dos casos básicos, testamos as fronteiras: requisição sem cookie, token de cliente tentando passar por funcionário, cookie duplicado e valor malformado. Para demonstrar: abrir ValidadorCookieLimitesTest e rodar mvn test -Dtest=ValidadorCookie*.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26 testes passando e todos os 22 ramos da classe cobertos. O achado mais interessante: procuramos a regra de expiração de token e ela não existe no servidor. A tabela só guarda o texto do token; quem expira é o cookie no navegador, em 30 minutos. Registramos como observação de segurança, não inventamos um resultado. O teste manual é o CT-01, issue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carrinho. A classe é o servlet comprar, que tem regra de verdade: valida o cookie, lê o JSON que o carrinho.js monta, separa lanche de bebida, soma o total e grava os vínculos. Mockamos o validador e os quatro DAOs e usamos ArgumentCaptor para olhar o Pedido que chega no DAO. O valor esperado não sai do próprio código: usamos a conta que a tela do carrinho faz, preço vezes quantidade.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22 testes passando na suíte normal e dois testes que ficam vermelhos de propósito na suíte de defeitos. O primeiro: com 2 lanches de 15 e 1 refrigerante de 5 a tela mostra 35, mas o servlet grava 20, porque soma o preço uma vez por item. O segundo: o id do cliente vem do JSON e nunca é comparado com o cookie. Para demonstrar: mvn test -Pdefeitos -Dtest=ComprarRegrasTest.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cadastro de clientes. O DaoCliente é um DAO, mas o login tem uma decisão: só entra se o hash MD5 bater e o cliente estiver ativo. E o salvar reaproveita um endereço que já existe. Completamos com duas classes que não são CRUD: o servlet cadastro e o EncryptadorMD5. Simplificamos o teste antigo, que usava Objenesis e reflexão, para injeção por construtor. O hash esperado vem dos vetores da RFC, inclusive o MD5 de 'a', que começa com zero e testa o preenchimento.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29 testes passando. Defeitos: o servidor grava cliente com nome, usuário e senha vazios, e a validação da tela também não funciona por causa de uma condição sempre falsa no JavaScript. Outro: a busca por usuário concatena texto no SQL, então um apóstrofo quebra o login. O MD5 foi tratado como comportamento legado, só caracterizamos. O CT-03 manual ainda está pendente, issue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a montagem de lanches. O DaoLanche é CRUD, então a regra que escolhemos está no servlet salvarLancheCliente: ele calcula o preço somando valor de venda vezes quantidade de cada ingrediente, grava o lanche como inativo e deveria vincular os ingredientes. O teste calcula o preço esperado à mão: 2 queijos, 3 bacons e 1 pão dá 18,50.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Tínhamos uma suspeita de que os ingredientes não eram salvos. Investigamos: o DaoLanche faz o INSERT normalmente. O problema é no servlet, que usa o mesmo Iterator em dois laços; o primeiro consome tudo e o segundo nunca executa. O teste espera 3 vínculos e recebe zero. No teste manual CT-04, feito em 20 de setembro, o botão Adicionar não respondeu, e isso virou a issue 17. Demonstração: mvn test -Pdefeitos -Dtest=SalvarLancheClienteTest.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insumos e estoque. Aqui somos transparentes: o DaoIngrediente é CRUD e o sistema não tem regra de estoque, a compra nem dá baixa. Então cobrimos o DAO, que era a issue 5, e escolhemos como classe não CRUD os servlets de insumo, que verificam se quem chama é funcionário e convertem o JSON. Mostramos que um token de cliente não entra no painel.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16 testes passando e os 6 ramos do DAO cobertos. O defeito: quantidade e valores negativos são aceitos e gravados, sem validação no servlet nem restrição no banco. Não afirmamos que o preço de venda precisa ser maior que o de compra, porque nada no sistema sustenta essa regra. O CT-05 manual ainda está pendente, issue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Fechamento. A suíte tem 115 testes unitários passando. Separamos 5 testes que descrevem o comportamento correto e ficam vermelhos enquanto os defeitos existirem; eles rodam com mvn test -Pdefeitos. No total documentamos 6 defeitos. Sendo honestos sobre os limites: dois testes manuais ainda não foram executados, a área de estoque não tem uma classe de regra de negócio porque o sistema não tem essa regra, e não corrigimos nenhum defeito, porque o objetivo da entrega era testar e reportar.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822960"/>
            <a:ext cx="3474720" cy="34747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1554480"/>
            <a:ext cx="2011680" cy="2011680"/>
          </a:xfrm>
          <a:prstGeom prst="ellipse">
            <a:avLst/>
          </a:prstGeom>
          <a:solidFill>
            <a:srgbClr val="C835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8229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TESTE DE SOFTWARE  ·  ENTREGA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Burguer's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teste, testes unitários e testes manuais de uma lanchonete online em Java (Servlets + JDBC + PostgreSQL)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· Vinicius Rocha Pinheiro · Felipe Paixão · Vinicius Fonseca de Freitas · Thiago Ferreira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Helpers.ValidadorCookie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validar, validarFuncionario, deletar, getCookieIdCliente/Funcionario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acessa tabela nem é entidade: percorre os cookies, decide pelo nome (token x tokenFuncionario) e delega ao DaoToken.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DaoToken mockado. Partições: sem cookies, nome trocado, token válido/inválido, duplicado, valor malformado, falha do DAO.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ValidadorCookieLimitesTest — cookie duplicado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Cookie[] cookies =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"7-valido"),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"7-invalido") };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assertFalse(validador.validar(cookies));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validar() fica com o ULTIMO cookie,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getCookieIdCliente() com o PRIMEIRO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ValidadorCookieTest · ValidadorCookieLimitesTest · issues #1 e #6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CT-01 — Autenticação de usuário e validação de cookie (login, logout, página restrita).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743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962656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#6 fechada pelo grupo. Registro da execução no documento do grupo.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69164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expiração de token no servidor: tb_tokens guarda só o texto. O único prazo é o MaxAge de 30 min do cookie no navegador.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ValidadorCookieTest · ValidadorCookieLimitesTest · issues #1 e #6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Controllers.comprar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(doGet/doPost)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 com regra de negócio: valida o cookie, interpreta o JSON do carrinho, separa lanches e bebidas, soma o total e vincula os itens.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e 4 DAOs mockados; ArgumentCaptor confere o Pedido enviado ao DAO (total, cliente, quantidades), não só a mensagem.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ComprarRegrasTest — DEF-02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carrinho: 2 x X-Burger + 1 x Refrigerante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esperado = 2 * 15.00 + 1 * 5.00;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enviar("{...\"X-Burger\": [\"15.00\",\"lanche\",2]...}");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assertEquals(esperado,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pedidoEnviadoAoDao().getValor_total(), 0.001);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expected: &lt;35.0&gt; but was: &lt;20.0&gt;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ComprarTest · ComprarRegrasTest · issues #2 e #7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CT-02 — Adição de itens e finalização de compra.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743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962656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#7 fechada pelo grupo. Registro da execução no documento do grupo.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 DEF-02 E DEF-03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69164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total ignora a quantidade (35,00 na tela, 20,00 gravado). E o cliente do pedido vem do id do JSON, sem conferir com o cookie: dá para gravar pedido em nome de outro cliente.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ComprarTest · ComprarRegrasTest · issues #2 e #7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DAO.DaoCliente + Controllers.cadastro + Helpers.EncryptadorMD5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salvar, pesquisaPorUsuario · processRequest · encryptar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decide o acesso (hash MD5 igual E cliente ativo); salvar reaproveita endereço já existente. cadastro e EncryptadorMD5 não são DAO nem entidade.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e DaoEndereco injetados por construtor (sem Objenesis/reflexão). Hash esperado vem da RFC 1321, não do próprio sistema.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— cliente inativo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senha correta, mas fg_ativo =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bancoRespondeClienteDoLogin(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"carlos.silva", MD5_DE_123456, 0);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assertFalse(dao.login(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tentativaDeLogin("carlos.silva", "123456")));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· CadastroTest · EncryptadorMD5Test · issues #3 e #8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CT-03 — Validações no cadastro de usuário (campos obrigatórios, duplicados).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743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962656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#8 aberta: execução manual pendente.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 DEF-05 E DEF-04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69164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aceita nome, usuário e senha vazios; em cadastro.js a condição !field.name == 'complemento' é sempre falsa. E pesquisaPorUsuario concatena SQL: usuário com apóstrofo quebra o comando.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DaoClienteTest · CadastroTest · EncryptadorMD5Test · issues #3 e #8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Controllers.salvarLancheCliente + DAO.DaoLanche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· salvar, salvarCliente, vincularIngrediente, pesquisaPorNome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 é CRUD. A regra está no servlet: preço = soma de (valor de venda x quantidade) dos ingredientes, lanche gravado inativo e vínculo de cada ingrediente.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DAOs mockados com um 'estoque' em memória; o preço esperado é calculado à mão no teste.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SalvarLancheClienteTest — DEF-01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enviar(LANCHE_DA_CASA); // 3 ingredientes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verify(lancheDao, times(3))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.vincularIngrediente(eq(lancheGravado), any());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Wanted 3 times, but was 0: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 Iterator ja foi consumido no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calculo do preco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DaoLancheTest · SalvarLancheClienteTest · issues #4, #9 e #17 · DEF-01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9/14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CT-04 — Montagem de lanche customizado.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743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962656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20/09 por Vinicius Fonseca: passo 'Adicionar' FALHOU (nada acontece) e 'Cancelar' FALHOU. Issue #17 aberta.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 DEF-01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69164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suspeita de 'ingredientes não salvos' não está no DaoLanche (o INSERT é executado). Está no servlet: o mesmo Iterator é usado em dois laços, e o segundo nunca roda.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DaoLancheTest · SalvarLancheClienteTest · issues #4, #9 e #17 · DEF-01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DAO.DaoIngrediente + Controllers.salvarIngrediente / alterarIngrediente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alterar, remover, listarTodosPorLanche, pesquisaPorNome · processRequest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CRUD? LACUNA REGISTRADA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Lacuna assumida: DaoIngrediente é CRUD e o sistema não tem regra de estoque (não há baixa na compra). Melhor alternativa: os servlets, que autorizam o funcionário e interpretam o JSON.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injetada; um caso feliz e um de falha por operação. Nos servlets: autorizado, não autorizado, quantidade inválida, valores negativos.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IngredienteControllersTest — acesso ao painel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when(validadorCookie.validarFuncionario(any()))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.thenReturn(false);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cadastroDeInsumo.processRequest(request, response);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assertEquals("erro", resposta.toString().trim());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verifyNoInteractions(ingredienteDao);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DaoIngredienteTest · IngredienteControllersTest · issues #5 e #10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CT-05 — Gestão de insumos e atualização de estoque (inclui entradas negativas).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7432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962656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#10 aberta: execução manual pendente.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 DEF-07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69164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-5 e valores negativos são aceitos: 'Ingrediente Salvo!'. Não há validação no servlet nem CHECK no banco. Não assumimos regra de 'venda maior que compra'.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DaoIngredienteTest · IngredienteControllersTest · issues #5 e #10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Encerramento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falhas (mvn clean test)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vermelhos na suíte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-Pdefeitos, um por defeito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 documentados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DEF-01 a 05 e DEF-07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7432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PENDÊNCIAS E LIMITES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175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manuais CT-03 e CT-05 ainda não executados; CT-04 executado com falha (issue #17).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5 sem classe não CRUD de complexidade razoável: o sistema não tem regra de estoque.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defeito foi corrigido: o objetivo foi encontrar, reproduzir e registrar.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mede o que foi exercitado, não ausência de defeitos.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091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A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3.8.4 · OpenJDK 1.8.0_322 · JUnit 5.8.2 · Mockito 4.6.1 · JaCoCo 0.8.11 · execução de 21/09/2026 · docs/entrega-1/README.md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Burguer's - Entrega 1</dc:title>
  <dc:subject>PptxGenJS Presentation</dc:subject>
  <dc:creator>PptxGenJS</dc:creator>
  <cp:lastModifiedBy>PptxGenJS</cp:lastModifiedBy>
  <cp:revision>1</cp:revision>
  <dcterms:created xsi:type="dcterms:W3CDTF">2026-09-21T20:24:32Z</dcterms:created>
  <dcterms:modified xsi:type="dcterms:W3CDTF">2026-09-21T20:24:32Z</dcterms:modified>
</cp:coreProperties>
</file>