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
[PAUSA]
E o teste manual já rodou: oito passos, todos passaram.
Login, logout e bloqueio de página restrita funcionam.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CT-01. À esquerda o cabeçalho do documento, com quem executou e o ambiente. À direita uma tela do sistema tirada durante a execução. Resultado: 8 passos passaram e 0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
[PAUSA]
E o teste manual achou mais duas.
Finalizar a compra com bebida no carrinho devolve erro 500.
E carrinho vazio grava um pedido de zero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CT-02. À esquerda o cabeçalho do documento, com quem executou e o ambiente. À direita uma tela do sistema tirada durante a execução. Resultado: 6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
[PAUSA]
No teste manual apareceram mais duas.
Dá pra cadastrar duas pessoas com o mesmo usuário,
e quem entra no login é a última.
E nome com acento grava corrompido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CT-03. À esquerda o cabeçalho do documento, com quem executou e o ambiente. À direita uma tela do sistema tirada durante a execução. Resultado: 2 passos passaram e 5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CT-04. À esquerda o cabeçalho do documento, com quem executou e o ambiente. À direita uma tela do sistema tirada durante a execução. Resultado: 2 passos passaram e 2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
[PAUSA]
No manual apareceu mais uma:
remover um insumo que está sendo usado num lanche
devolve um erro 500 na cara do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CT-05. À esquerda o cabeçalho do documento, com quem executou e o ambiente. À direita uma tela do sistema tirada durante a execução. Resultado: 5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onze defeitos no total: seis já viraram issue, da vinte até a vinte e cinco.
[PAUSA]
O que ficou faltando, e a gente não vai esconder:
cinco achados dos testes manuais ainda não viraram issue.
E 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estrutura real no GitHub. A pasta docs/entrega-1 tem o relatório, a apresentação e os casos manuais. Se a professora quiser conferir qualquer número do deck, está tudo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Aqui está a rastreabilidade. Cada classe testada tem issue, cada caso manual tem issue, e cada defeito que abrimos tem uma issue com o teste que reproduz. As issues 20 a 25 são as que a gente abriu nesta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saída real do Maven. Em cima, a suíte padrão: 115 testes, zero falhas. Embaixo, o perfil de defeitos, com os cinco testes vermelhos e o nome de cada um. Dá pra rodar os dois comandos na hora, se quiserem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sobre uso de IA. Cada um tem seu registro em docs/ai, com o prompt, a decisão e como validou. As ferramentas foram diferentes: Gemini, Antigravity e Claude Code. Onde acelerou de verdade foi em gerar a primeira versão dos testes, configurar a stack e montar documentação. Mas vale dizer o outro lado: os defeitos mais graves não vieram da IA, vieram dos testes manuais que a gente executou na mão. E em alguns pontos a gente rejeitou o que a ferramenta sugeriu, como testar uma regra de negócio que não existe no sistema. Não medimos horas economizadas, então não vamos inventar um número.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6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" TargetMode="External"/><Relationship Id="rId2" Type="http://schemas.openxmlformats.org/officeDocument/2006/relationships/hyperlink" Target="https://github.com/vini-pinheiro/trabalho-qualidade-e-teste-de-software/issues/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1" TargetMode="External"/><Relationship Id="rId2" Type="http://schemas.openxmlformats.org/officeDocument/2006/relationships/hyperlink" Target="https://github.com/vini-pinheiro/trabalho-qualidade-e-teste-de-software/issues/22" TargetMode="External"/><Relationship Id="rId3" Type="http://schemas.openxmlformats.org/officeDocument/2006/relationships/hyperlink" Target="https://github.com/vini-pinheiro/trabalho-qualidade-e-teste-de-software/issues/2" TargetMode="External"/><Relationship Id="rId4" Type="http://schemas.openxmlformats.org/officeDocument/2006/relationships/hyperlink" Target="https://github.com/vini-pinheiro/trabalho-qualidade-e-teste-de-software/issues/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7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3" TargetMode="External"/><Relationship Id="rId2" Type="http://schemas.openxmlformats.org/officeDocument/2006/relationships/hyperlink" Target="https://github.com/vini-pinheiro/trabalho-qualidade-e-teste-de-software/issues/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4" TargetMode="External"/><Relationship Id="rId2" Type="http://schemas.openxmlformats.org/officeDocument/2006/relationships/hyperlink" Target="https://github.com/vini-pinheiro/trabalho-qualidade-e-teste-de-software/issues/23" TargetMode="External"/><Relationship Id="rId3" Type="http://schemas.openxmlformats.org/officeDocument/2006/relationships/hyperlink" Target="https://github.com/vini-pinheiro/trabalho-qualidade-e-teste-de-software/issues/3" TargetMode="External"/><Relationship Id="rId4" Type="http://schemas.openxmlformats.org/officeDocument/2006/relationships/hyperlink" Target="https://github.com/vini-pinheiro/trabalho-qualidade-e-teste-de-software/issues/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8" TargetMode="External"/><Relationship Id="rId4" Type="http://schemas.openxmlformats.org/officeDocument/2006/relationships/hyperlink" Target="https://github.com/vini-pinheiro/trabalho-qualidade-e-teste-de-software/issues/24" TargetMode="External"/><Relationship Id="rId5" Type="http://schemas.openxmlformats.org/officeDocument/2006/relationships/hyperlink" Target="https://github.com/vini-pinheiro/trabalho-qualidade-e-teste-de-software/issues/23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4" TargetMode="External"/><Relationship Id="rId2" Type="http://schemas.openxmlformats.org/officeDocument/2006/relationships/hyperlink" Target="https://github.com/vini-pinheiro/trabalho-qualidade-e-teste-de-software/issues/9" TargetMode="External"/><Relationship Id="rId3" Type="http://schemas.openxmlformats.org/officeDocument/2006/relationships/hyperlink" Target="https://github.com/vini-pinheiro/trabalho-qualidade-e-teste-de-software/issues/17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0" TargetMode="External"/><Relationship Id="rId2" Type="http://schemas.openxmlformats.org/officeDocument/2006/relationships/hyperlink" Target="https://github.com/vini-pinheiro/trabalho-qualidade-e-teste-de-software/issues/4" TargetMode="External"/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hyperlink" Target="https://github.com/vini-pinheiro/trabalho-qualidade-e-teste-de-software/issues/20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5" TargetMode="External"/><Relationship Id="rId2" Type="http://schemas.openxmlformats.org/officeDocument/2006/relationships/hyperlink" Target="https://github.com/vini-pinheiro/trabalho-qualidade-e-teste-de-software/issues/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5" TargetMode="External"/><Relationship Id="rId2" Type="http://schemas.openxmlformats.org/officeDocument/2006/relationships/hyperlink" Target="https://github.com/vini-pinheiro/trabalho-qualidade-e-teste-de-software/issues/5" TargetMode="External"/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hyperlink" Target="https://github.com/vini-pinheiro/trabalho-qualidade-e-teste-de-software/issues/25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ni-pinheiro/trabalho-qualidade-e-teste-de-software/issues" TargetMode="External"/><Relationship Id="rId3" Type="http://schemas.openxmlformats.org/officeDocument/2006/relationships/hyperlink" Target="https://github.com/vini-pinheiro/trabalho-qualidade-e-teste-de-software/issues/20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6" Type="http://schemas.openxmlformats.org/officeDocument/2006/relationships/hyperlink" Target="https://github.com/vini-pinheiro/trabalho-qualidade-e-teste-de-software/issues/23" TargetMode="External"/><Relationship Id="rId7" Type="http://schemas.openxmlformats.org/officeDocument/2006/relationships/hyperlink" Target="https://github.com/vini-pinheiro/trabalho-qualidade-e-teste-de-software/issues/24" TargetMode="External"/><Relationship Id="rId8" Type="http://schemas.openxmlformats.org/officeDocument/2006/relationships/hyperlink" Target="https://github.com/vini-pinheiro/trabalho-qualidade-e-teste-de-software/issues/25" TargetMode="External"/><Relationship Id="rId9" Type="http://schemas.openxmlformats.org/officeDocument/2006/relationships/hyperlink" Target="https://github.com/vini-pinheiro/trabalho-qualidade-e-teste-de-software/issues/17" TargetMode="External"/><Relationship Id="rId10" Type="http://schemas.openxmlformats.org/officeDocument/2006/relationships/hyperlink" Target="https://github.com/vini-pinheiro/trabalho-qualidade-e-teste-de-software/issues/1" TargetMode="External"/><Relationship Id="rId11" Type="http://schemas.openxmlformats.org/officeDocument/2006/relationships/hyperlink" Target="https://github.com/vini-pinheiro/trabalho-qualidade-e-teste-de-software/issues/5" TargetMode="External"/><Relationship Id="rId12" Type="http://schemas.openxmlformats.org/officeDocument/2006/relationships/hyperlink" Target="https://github.com/vini-pinheiro/trabalho-qualidade-e-teste-de-software/issues/6" TargetMode="External"/><Relationship Id="rId13" Type="http://schemas.openxmlformats.org/officeDocument/2006/relationships/hyperlink" Target="https://github.com/vini-pinheiro/trabalho-qualidade-e-teste-de-software/issues/10" TargetMode="External"/><Relationship Id="rId1" Type="http://schemas.openxmlformats.org/officeDocument/2006/relationships/image" Target="../media/image-19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TESTES E DOCUMENTAÇÃO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015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Yuri Mascarenhas: 8 passos, todos PASSOU. Login, logout e bloqueio de página restrita funcionam. Issue #6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CT-01 — Autenticação e sessão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 ·  executado em 21/09  ·  8 passos PASSOU, 0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8834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restrita sem sessão: o sistema devolve ao login com o aviso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passos passaram. Fica a observação: o token não expira no servidor.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Vinicius Rocha Pinheiro: 6 PASSOU, 3 FALHOU. Finalizar com bebida devolveu HTTP 500. Issue #7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ignora a quantidade: 36,00 na tela, 18,00 gravado. O cliente vem do id do JSON, sem conferir o cookie. E o manual achou mais: finalizar com bebida dá HTTP 500, e carrinho vazio grava pedido de R$ 0,00.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CT-02 — Carrinho e finalização de compra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Rocha Pinheiro  ·  executado em 21/09  ·  6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8254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do pedido mostrando R$ 36,00 na tela; o banco gravou R$ 18,00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Finalizar com bebida devolveu HTTP 500 e o carrinho vazio gravou pedido de R$ 0,00.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Thiago Ferreira: 2 PASSOU, 5 FALHOU. Campos vazios, usuário duplicado e nome com acento corrompido. Issue #8.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nome, usuário e senha vazios: em cadastro.js a condição !field.name == 'complemento' é sempre falsa. Busca por usuário concatena SQL. No manual: usuário duplicado é aceito e quem entra é o último, e nome com acento grava corrompido.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CT-03 — Cadastro de cliente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Ferreira  ·  executado em 21/09  ·  2 passos PASSOU, 5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69573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 do CT-03: formulário preenchido antes de clicar em Cadastrar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vazios aceitos, usuário duplicado aceito e acentuação corrompida.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2 PASSOU, 2 FALHOU. 'Adicionar' não responde e 'Cancelar' dá tela branca. Virou a issue #17; a causa é 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CT-04 — Montagem de lanche personalizado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Fonseca  ·  executado em 20/09  ·  2 passos PASSOU, 2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20153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186067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montagem: escolha do pão e dos ingredientes, com o preço somado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Adicionar não responde e Cancelar devolve tela branca.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Felipe Paixão: 5 PASSOU, 3 FALHOU. Negativo aceito no cadastro e na alteração; remoção de insumo em uso dá HTTP 500. Issue #10.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aceitos, no cadastro e na alteração: não há validação no servlet nem CHECK no banco. Remover insumo usado em lanche devolve HTTP 500 cru.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CT-05 — Gestão de insumos e estoque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Paixão  ·  executado em 21/09  ·  5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6635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estoque: insumos com quantidade, preço de compra e de venda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negativa aceita no cadastro e na alteração; remoção de insumo em uso dá HTTP 500.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encontrados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 issue aberta (#20 a #25)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casos manuais foram executados, um por integrante, com prints anexados: 23 passos PASSOU e 13 FALHOU.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achados dos testes manuais ainda não viraram issue; a área 5 não tem classe não CRUD, porque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07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versionado no repositório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docs/entrega-1-manuais-e-apresentacao, capturado do GitHub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pasta-entreg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978567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casos-manua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docs/entrega-1: relatório, apresentação e casos manuais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casos-manuais: um documento por integrante, com prints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está nestes slides sai desses arquivos:  </a:t>
            </a:r>
            <a:pPr indent="0" marL="0">
              <a:buNone/>
            </a:pPr>
            <a:r>
              <a:rPr lang="en-US" sz="1100" b="1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 no GitHub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do repositório: unit-test, manual-test e os defeitos encontrados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325880"/>
            <a:ext cx="4114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issues no total: 12 abertas e 5 fechadas.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 (#1 a #5): uma por classe testada.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manual-test (#6 a #10): uma por caso de teste.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(#20 a #25): os seis defeitos que abrimos, cada um com o teste que reproduz.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#17: aberta pelo grupo a partir do CT-04; a causa é a #20.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015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NO GITHUB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602736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</a:t>
            </a:r>
            <a:endParaRPr lang="en-US" sz="1100" dirty="0"/>
          </a:p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trabalho-qualidade-e-teste-de-software/issues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0782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3342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Casos manuais: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608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achados dos testes manuais ainda não viraram issue: estão listados em docs/entrega-1/README.md.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Execução das suítes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do Maven, nas duas suítes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execucao-ma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49542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suíte padrão fica verde. A de defeitos fica vermelha de propósito: cada teste ali descreve o comportamento correto e falha enquanto o defeito existir.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 mvn clean test   ·   mvn test -Pdefeitos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as ferramentas de IA aceleraram o trabalho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em docs/ai: um arquivo por integrante, com prompt, decisão e validação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9844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INTEGRANTE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36192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Rocha Pinheiro — Gemini (Antigravity): injeção de dependência, JUnit 5 e Mockito, complexidade ciclomática.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Fonseca — Gemini: geração dos testes do DaoLanche a partir da classe.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Paixão — Claude Code: testes das cinco áreas, investigação de defeitos, relatório e slides.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e Thiago Ferreira — registro ainda a preencher pelos autores.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9319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concreto: a suíte saiu de 37 para 115 testes e o relatório, os casos e os slides foram gerados por script, a partir da execução real.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846320" y="1280160"/>
            <a:ext cx="384048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4630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FERRAMENTA NÃO RESOLVEU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755648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5 defeitos mais graves só apareceram nos testes manuais, feitos por pessoas na aplicação.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Sugeriu testar "venda maior que compra": rejeitado, a regra não existe no sistema.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Montou testes de integração que o grupo removeu, por estarem fora do escopo.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sobre o DaoLanche só caiu depois de ler o código: o defeito estava no servlet.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medimos horas. O que dá para mostrar é o que foi gerado, o que foi alterado e o que foi rejeitado — cada linha está em docs/ai.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2026-09-21T22:13:06Z</dcterms:created>
  <dcterms:modified xsi:type="dcterms:W3CDTF">2026-09-21T22:13:06Z</dcterms:modified>
</cp:coreProperties>
</file>